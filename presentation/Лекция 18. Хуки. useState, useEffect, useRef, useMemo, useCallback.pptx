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Лекция 18 продолжает раздел 5: компоненты, JSX и списки уже освоены, но компонент пока остаётся «без памяти». Сегодня разберём пять базовых хуков и соберём небольшое приложение с таймером и списком дел. Главная мысль: хуки — это не магия, а строгий договор о порядке вызова, зависимостях и очистке эффектов.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из пяти частей и практики. Сначала — зачем компоненту память и три правила вызова хуков. Затем useState: состояние, сеттер, батчинг и иммутабельность. Дальше useEffect: зависимости, cleanup и StrictMode. Четвёртая часть — useRef, пятая — мемоизация. В финале собираем счётчик, обратный отсчёт и список 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части 1. Сначала разберёмся, почему обычная переменная внутри компонента не работает как состояние, затем сформулируем правила, без которых хуки ломаются.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— обычная функция, React вызывает её заново после каждого обновления. Переменная let count = 0 создаётся с нуля, поэтому счётчик не растёт, а кнопка не перерисовывается. Хуки дают функции память между вызовами и доступ к жизненному циклу. Префикс use — не стиль, а сигнал линтеру, что перед ним хук.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правила. Первое: только верхний уровень — не в условиях, циклах, try/catch и обработчиках, до ранних return. Второе: только из компонентов и других хуков, не из обычных функций. Третье: один и тот же порядок вызовов. React хранит состояние по слотам, поэтому условный хук сдвигает слоты и появляется ошибка Rendered more hooks than during the previous render. Линтер react-hooks/rules-of-hooks проверяет это автоматически.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2 — useState. Разбираем состояние как память компонента, сеттер, функциональное обновление, батчинг и иммутабельные копии.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useState принимает начальное значение и возвращает пару: текущее значение и сеттер. Значение — это снимок текущего рендера, сеттер не меняет переменную на месте, а просит React перерисовать компонент. Начальное значение используется только при первом рендере. Тип обычно выводится, но для null его задают явно: useState&lt;User | null&gt;(null).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ловушка новичка: три раза setCount(count + 1) дают +1, потому что count — снимок текущего рендера, и все три вызова видят одно и то же старое значение. Функциональная форма setCount(prev =&gt; prev + 1) получает актуальное предыдущее значение и даёт +3. При этом React батчит обновления: несколько сеттеров в одном обработчике приводят к одному ререндеру. С React 18 батчинг работает и в async-коде.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сравнивает старое и новое состояние по ссылке. Если мутировать объект и передать в сеттер тот же самый объект, ссылка не изменилась — React может не увидеть обновления. Поэтому объекты и массивы обновляют иммутабельно: spread, map, filter. push, sort и splice мутируют массив — их не используем. Вложенные объекты копируются на каждом уровне.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Начальное значение можно вычислять. Если вычисление дорогое — localStorage, JSON.parse, построение большого массива — передаём функцию. Тогда React вызовет её только при первом рендере. Разница видна в производительности: useState(readSettings()) вызывает функцию на каждом рендере, а результат всё равно отбрасывается. Правило: дорогое вычисление — оборачивай в функцию.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3 — useEffect. Эффект нужен не для «жизненного цикла», а для синхронизации компонента с внешней системой: таймером, подпиской, запросом, 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useEffect запускается после рендера и обновления DOM. Думайте о нём так: «пока a и b такие, внешняя система должна выглядеть так». Функция эффекта может вернуть cleanup — он вызывается перед следующим запуском и при размонтировании. Массив зависимостей управляет тем, когда эффект запускается. Это не замена вычислениям при рендере и не «магия жизненного цикла».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типичных эффекта. Таймер: создали интервал — вернули функцию с clearInterval. Подписка: добавили обработчик — в cleanup удалили его по той же ссылке. Если cleanup забыть, интервал продолжит работать после размонтирования, а обработчики начнут накапливаться. В StrictMode это сразу проявится: таймер будет тикать вдвое быстрее.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Запрос данных при монтировании или при смене userId. AbortController отменяет запрос в cleanup: при размонтировании и перед следующим запуском эффекта. Поэтому ответ старого запроса не перезапишет новые данные — это защита от гонок. AbortError не показываем как ошибку. Загрузку и ошибку храним отдельными useState.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режима. Без массива эффект выполняется после каждого рендера — это нужно редко. Пустой массив — только при монтировании, cleanup при размонтировании. Массив с зависимостями — при монтировании и каждом изменении хотя бы одной зависимости. Cleanup всегда вызывается перед следующим запуском и при размонтировании. Зависимости сравниваются поверхностно, через Object.is.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development StrictMode намеренно монтирует компонент, размонтирует и монтирует снова — чтобы проверить cleanup. В production двойного вызова нет. Это не баг, а индикатор: если таймер без cleanup — он пойдёт вдвое быстрее; если подписка не снимается — обработчик сработает дважды. Корректный cleanup делает двойной запуск безвредным.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ситуации, где useEffect лишний. Производные данные — полное имя, отфильтрованный список, сумма — вычисляются прямо при рендере, без состояния и эффекта. Реакция на действие пользователя — покупка, отправка формы — выполняется в обработчике события, а не в эффекте на изменение состояния. Эффект нужен, когда действие следует из факта отображения данных, а не из конкретного клика.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4 — useRef. Один хук, две совершенно разные роли: ссылка на DOM-узел и «коробочка» для значения, которое не должно вызывать ререндер.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useRef возвращает объект с полем current, который живёт между рендерами. Первая роль — ссылка на DOM: передаём ref в атрибут, после монтирования в current появляется узел, можно вызвать focus или измерить элемент. Вторая роль — служебное значение: id таймера, предыдущее значение, флаг. Ключевое отличие от useState: запись в current не вызывает ререндер.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рецепта. Автофокус при появлении формы: ref на input, useEffect с пустым массивом, current?.focus(). Предыдущее значение: ref хранит count с прошлого рендера, эффект обновляет его после отрисовки. В обоих случаях ref не управляет UI напрямую — он лишь даёт доступ к узлу или хранит служебное значение.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Сравнение. Оба значения живут между рендерами. Но изменение state запускает рендер, а изменение ref — нет. State читается напрямую и меняется только сеттером; ref читается и пишется через current. Правило выбора: если значение влияет на то, что видит пользователь, — state; если это техническая переменная — ref.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5 — мемоизация. useMemo кэширует результат вычисления, useCallback — ссылку на функцию. Оба инструмента нужны не «на всякий случай», а для доказанно дорогих расчётов и стабильных ссылок.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useMemo принимает функцию и зависимости, возвращает результат. При первом рендере вычисляет, дальше возвращает кэш, пока зависимости не изменились. Типичный случай — фильтрация и сортировка большого списка. Для сложения двух чисел или массива из пяти элементов выгоды нет. React вправе выбросить кэш, поэтому useMemo — оптимизация, а не гарантия.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useCallback возвращает ту же самую функцию, пока не изменились зависимости. Это нужно, когда функция передаётся в memo-компонент, является зависимостью useEffect или попадает в контекст. memo сравнивает props поверхностно: без стабильной ссылки на обработчик дочерний компонент будет перерисовываться зря. useCallback — частный случай useMemo для функций.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Мемоизация не бесплатна: память на кэш, сравнение зависимостей на каждом рендере, дополнительный код. Обёртывать всё подряд — антипаттерн: приложение может даже замедлиться. Правило: сначала простое и понятное решение, затем измерение в React DevTools Profiler, и только потом точечная оптимизация там, где проблема доказана.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Линтер exhaustive-deps требует указать в массиве всё, что читается внутри эффекта. Не глушите его без причины. Главная ловушка — объект или функция, созданные в рендере: у них каждый раз новая ссылка, поэтому эффект уходит в бесконечный цикл. Решения: создать объект внутри эффекта, стабилизировать через useMemo или useCallback, обновлять состояние функционально.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Практика, шаг 1. Счётчик показывает useState и функциональное обновление: prev =&gt; prev + 1 и сброс. Обратный отсчёт добавляет useEffect: пока isRunning и seconds &gt; 0, ставим setTimeout на секунду; cleanup снимает предыдущий таймер при паузе, изменении seconds и размонтировании. Эффект зависит от isRunning и seconds, поэтому каждый тик аккуратно пересоздаёт таймер.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Практика, шаг 2. Список дел: состояние-массив, фильтр и производный visible. useMemo пересчитывает фильтр только при изменении todos или filter. useCallback даёт стабильный handleToggle, а memo на TodoItem не перерисовывает строки зря. Переключение выполняем иммутабельно через map и spread. key — стабильный id, не индекс.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Чек-лист перед коммитом. Пройдитесь по нему глазами: все хуки на верхнем уровне, состояние для UI, объекты и массивы копируются, обновление от предыдущего — через функцию. У каждого эффекта есть cleanup, зависимости не заглушены, ref — только для технических значений, memo — после измерения. Этот список удобно использовать и на практической работе.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Десять контрольных вопросов покрывают всю лекцию: от памяти компонента и правил до ref и мемоизации. Можно использовать для устного опроса, самопроверки или короткой письменной работы. Просите студентов отвечать с примером кода, а не только определением.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Итоги. Выбор хука сводится к задаче: данные для UI — useState; внешняя система — useEffect с зависимостями и cleanup; DOM или служебное значение — useRef; тяжёлое вычисление — useMemo; стабильная функция — useCallback. Следующая лекция 19 — взаимодействие компонентов: props, события и Context. На практике закрепим таймер и список 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На практической работе закрепим материал: счётчик, обратный отсчёт и список дел с фильтром. Домашнее задание — повторить правила хуков и зависимости useEffect. Дальше лекция 19 «Взаимодействие компонентов: props, события, Context».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8/slide-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18. Хуки. useState, useEffect, useRef, useMemo, useCallback</dc:title>
  <dc:subject>Раздел 5. React</dc:subject>
  <dc:creator>МДК 09.01</dc:creator>
  <cp:lastModifiedBy>МДК 09.01</cp:lastModifiedBy>
  <cp:revision>1</cp:revision>
  <dcterms:created xsi:type="dcterms:W3CDTF">2026-10-24T07:50:54Z</dcterms:created>
  <dcterms:modified xsi:type="dcterms:W3CDTF">2026-10-24T07:50:54Z</dcterms:modified>
</cp:coreProperties>
</file>