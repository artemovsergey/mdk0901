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Сегодня — первая лекция по React из раздела 5. Задача: понять, что такое React и Vite, разобрать структуру проекта и написать первый компонент. Всё, что показываем, студенты смогут повторить на практике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из четырёх частей. Подчеркните: к концу лекции у каждого будет запущенный проект и первый собственный компонент. Всё остальное — фундамент для последующих лекций про hooks, формы и маршрутизацию.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части 1 — знакомство с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— библиотека JavaScript для создания пользовательских интерфейсов (SPA). Главные идеи: компонентный подход и декларативность. Покажите разницу на примере: императивный код «руками» меняет DOM, декларативный — описывает, как интерфейс выглядит при текущем состоянии, а обновления берёт на себя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слайд: React отвечает только за представление (view) — рендеринг интерфейса. Маршрутизация, запросы к серверу, формы и глобальное состояние подключаются отдельными библиотеками. Это не недостаток, а гибкость: стек собирается под конкретную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концепций, вокруг которых строится всё в React. Подробно каждая будет разбираться дальше: JSX и props — уже в лекции 16, state и хуки — в лекции 18. Здесь важно запомнить названия и то, что компонент — это функция, возвращающая JSX.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JSX — расширение синтаксиса JavaScript: разметка прямо в коде. Это не HTML: className вместо class, htmlFor вместо for, атрибуты в camelCase (onClick), а любые выражения JavaScript — в фигурных скобках. Покажите пару в паре: HTML-фрагмент и его JSX-аналог.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Vite react-ts настраивает TypeScript сразу. Типы помогают: находить ошибки на этапе разработки, описывать контракт props через interface и улучшать автодополнение в IDE. Пример интерфейса — тот самый ProductListProps, который студенты напишут в практической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2: инструменты. Разбираем Vite — сборщик и dev-сервер, который используется в шаблоне.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Vite (франц. «быстрый») — официально рекомендованный инструмент сборки. Три вещи: мгновенный старт dev-сервера (не нужно ждать, пока соберётся весь проект), HMR — горячая замена модулей, и optimизированная production-сборка в папку dist/.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Практика: создаём проект командой npm create vite@latest с шаблоном react-ts. Обратите внимание на двойное тире перед --template: начиная с npm 7 оно обязательно, иначе параметр не дойдёт до генератора. create-vite спросит про линтер (выбираем Oxlint) и предложит сразу установить зависимости (в лекции ставим вручную).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Устанавливаем зависимости (npm install) и запускаем dev-сервер (npm run dev) — проект доступен на http://localhost:5173. Разберите таблицу скриптов: dev, build, preview, lint. Отдельно скажите про порты: dev — 5173, preview — 4173.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устроен рабочий цикл: в разработке исходники обрабатывает dev-сервер и отдаёт в браузер, HMR мгновенно доставляет изменения. Для продакшена npm run build собирает оптимизированную статику в dist/, а npm run preview позволяет проверить сборку локально.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3: открываем проект и разбираем структуру по файлам.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схеме: корень проекта — index.html, package.json, vite.config.ts, tsconfig-файлы и public/. Папка src/ — сердце приложения: main.tsx (входная точка), App.tsx (корневой компонент), стили, assets/ и components/ (которую договоримся создавать сами). Типы окружения Vite подключаются автоматически через "types": ["vite/client"] в tsconfig.app.json.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index.html намеренно почти пустой: контейнер div#root и подключение точки входа. main.tsx «монтирует» React в этот контейнер через createRoot. StrictMode — «строгий режим»: в dev-режиме помогает находить потенциальные проблемы, на production не влияет.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Убираем демо-код шаблона — остаётся минимальный корневой компонент App. Обратите внимание: компонент — это обычная функция, которая возвращает JSX, без декораторов и регистрации. После сохранения HMR сразу обновляет страницу — на скриншоте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Собираем картину целиком: браузер загружает index.html, запускается main.tsx, createRoot монтирует App, внутри которого описан корневой интерфейс. Компоненты возвращают JSX, React сопоставляет дерево компонентов с реальным DOM и сам обновляет его при изменениях.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простое: public/ — файлы копируются в сборку без обработки, ссылка абсолютная (/logo.svg). src/assets/ — файлы импортируются в код, Vite их обрабатывает и оптимизирует. Вопрос «куда положить картинку» задают часто — держите этот слайд как шпаргалку.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4: пишем первый собственный компонент и подключаем его к приложению.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Создаём файл src/components/ProductList.tsx — папки components/ в шаблоне нет, договоримся создавать её сами и складывать туда все компоненты. Разберите код: имя функции с заглавной буквы (иначе React не распознает компонент), props через деструктуризацию, interface описывает контракт.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Подключаем компонент: импортируем ProductList и вставляем его в JSX как обычный тег. Данные передаём как атрибуты — это и есть props. Обратите внимание: в React компоненты используются как HTML-теги — &lt;ProductList title="..." /&gt;.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передаются данные: сверху вниз, от родителя к ребёнку. App передаёт ProductList объект props с полями title и description. Поток односторонний: дочерний компонент не изменяет полученные props — это важное правило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Запускаем npm run dev и видим результат: заголовок из App и блок из ProductList с данными, переданными через props. Если изменить текст props и сохранить файл — HMR мгновенно обновит страницу.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Резюмируем: React — библиотека для интерфейсов; Vite — инструмент сборки; структура проекта минимальна и логична; компонент — функция с заглавной буквы, возвращающая JSX; props — входные данные компонента. Алгоритм добавления компонента: создать файл → export function → импортировать и вставить в JSX.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Контрольные вопросы для закрепления. Можно использовать для устного опроса или как основу для самопроверки. Вопросы про JSX (3), про Vite и скрипты (4–5), про вход в приложение (6–7), про компоненты и props (8–10), про assets (11) специально повторяют ключевые слайды.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На практической работе 15 закрепим материал: создание компонентов. Домашнее задание: повторить создание проекта командой npm create vite и написать свой компонент по аналогии с ProductList. Дальше — лекция 16 «Компоненты, JSX и props».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15. Основы React: структура проекта</dc:title>
  <dc:subject>Раздел 5. React</dc:subject>
  <dc:creator>МДК 09.01</dc:creator>
  <cp:lastModifiedBy>МДК 09.01</cp:lastModifiedBy>
  <cp:revision>1</cp:revision>
  <dcterms:created xsi:type="dcterms:W3CDTF">2026-10-19T06:12:34Z</dcterms:created>
  <dcterms:modified xsi:type="dcterms:W3CDTF">2026-10-19T06:12:34Z</dcterms:modified>
</cp:coreProperties>
</file>