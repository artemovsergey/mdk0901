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Приветствие. Лекция 17 продолжает раздел 5. В лекции 16 компоненты научились принимать props; сегодня — управлять тем, что реально попадает в DOM: условия, списки, ключи и пустые состояния. В финале соберём список задач с фильтром и пустым состоянием.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из четырёх частей. Сначала условия: if и ранний возврат, тернарник, &amp;&amp;, null, switch и словари. Затем списки: map, key и подготовка данных. После — пустые состояния, скелетон и композиция условий. В финале практика: список задач с фильтром и пустым состоянием.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Условный рендеринг — не украшение, а способ показать пользователю актуальное состояние. Один и тот же экран выглядит по-разному: гость или авторизованный, загрузка или ошибка, есть данные или пусто. Если состояние не описано, пользователь видит пустоту и не понимает, что делать.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Первая часть — условия. Разбираем if, ранний возврат, тернарник, логическое И, null, switch и словари. Правило одно: решение принимаем в JavaScript, а в JSX подставляем готовый результат.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Самый читаемый способ — вернуть разную разметку из разных веток. Ранний возврат убирает вложенность: сначала отсекаем невозможные случаи, дальше работаем с гарантированно валидными данными. Это не React-магия, а обычный JavaScript до return.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Тернарный оператор нужен, когда оба варианта живут в одном месте разметки. Он хорош ровно для двух вариантов. Как только появляется третий, читаемость падает — выносим логику в функцию или switch. Вкладывать тернарник в тернарник нельзя.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Логическое И — компактный способ показать блок по условию. Главная ловушка: 0 — falsy-значение, но React выводит его на экран. Поэтому слева всегда должно быть булево выражение: сравнение, Boolean() или двойное отрицание. Это правило экономит часы отладки.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null — легальный результат компонента: React не создаст ни одного DOM-узла. Это удобно для необязательных бейджей и подсказок. Важно помнить: null, undefined, false и пустая строка не выводятся, а 0 и NaN выводятся. Поэтому пустые значения приводим к null осознанно.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Когда вариантов три и больше, тернарник становится нечитаемым. switch в отдельной функции возвращает готовый JSX, а в разметке остаётся одно короткое выражение. Функцию называем renderContent или renderPanel — по смыслу. default обязателен: он закрывает непредусмотренный вариант.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простых статусов ещё компактнее объект-словарь. Record&lt;Status, T&gt; связывает каждый статус с подписью и классом. TypeScript не даст забыть вариант: при добавлении статуса компилятор покажет неполный словарь. Это дешевле switch и хорошо читается.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className — обычная строка, поэтому её можно собрать условно. Короткие шаблонные строки допустимы, но при трёх-четырёх модификаторах лучше функция cx: она отбрасывает falsy и оставляет только реальные классы. Именуем по БЭМ: todo и todo--completed.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disabled — это тоже условный атрибут. Блокируем кнопку, когда форма невалидна или идёт отправка. Формулу isDisabled считаем до return, чтобы разметка оставалась короткой. Для доступности добавляем aria-busy и помним, что disabled-кнопка не получает фокус.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Часть вторая — списки. Массив данных превращается в массив JSX через map; key помогает React понять, кто есть кто; фильтрация и сортировка выполняются до рендера, а не внутри разметки.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— обычный метод массива. Он не мутирует данные, а возвращает новый массив элементов. React умеет рендерить массив JSX напрямую. Если список выводится через map, key обязателен — иначе в консоли появится предупреждение.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— служебный атрибут. Он не попадает в DOM и не передаётся компоненту как prop. React использует ключ при сверке: понять, какой элемент остался, какой удалён, какой перемещён. Без ключа React опирается на позицию, а позиция при изменениях обманывает.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Индекс — про позицию, а не про идентичность. Пока список статичен, key={index} работает. При удалении или сортировке React сохраняет состояние по позиции — и ввод, чекбоксы, раскрытые блоки «переезжают» не к тем данным. Это трудноуловимый баг.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Хороший ключ берётся из данных: id, slug, email, code. Для смешанных списков — составной ключ. Math.random() и Date.now() — худший вариант: ключ меняется каждый рендер, и React пересоздаёт элементы, теряя состояние. Индекс допустим только для статичного списка без перестановок.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Данные готовим до return. filter и map возвращают новые массивы, а sort мутирует — поэтому сортируем копию через spread или toSorted. localeCompare с локалью корректно сортирует русские строки. В JSX остаётся только map по уже подготовленному массиву.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один элемент данных даёт несколько соседних узлов, нужен Fragment с key: короткий синтаксис &lt;&gt;...&lt;/&gt; атрибутов не принимает. Во вложенных списках key нужен на каждом уровне; уникальность требуется только внутри одного списка. На разных уровнях ключи независимы.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Пустой список — не ошибка, а состояние. Важно различать «данных нет вообще» и «ничего не найдено по фильтру»: разные сообщения и разные действия. Проверку пустоты делаем до map, а не внутри него. Пустое состояние — отдельная ветка рендера.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Загрузка и пустота — разные состояния. Скелетон говорит «подождите», пустое состояние — «здесь пока ничего нет», ошибка — «не получилось, повторите». Если показать пустоту во время загрузки, пользователь решит, что данные потеряны. Порядок проверок: loading, error, empty,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Несколько независимых флагов легко приводят к конфликту: isLoading и hasError одновременно. Надёжнее discriminated union: ровно один статус. Тогда ветки взаимоисключающие, а компилятор проверяет полноту. Композиция условий строится вокруг одного состояния, а не вокруг набора boolean.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типовые ошибки: вложенные тернарники, &amp;&amp; с числом и key={index} при удалении. Каждая лечится просто: функция renderContent, булево условие и стабильный id. Эти правила стоит проверять на код-ревью — они дешевле, чем отладка состояния.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Часть третья — практика. Собираем список задач: типы, данные, фильтр, TaskItem, EmptyState и проверка результата. Код практики опирается только на материал этой лекции; состояние и хуки подробно будут в лекции 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Шаг 1 — модель и данные. Типы TaskPriority и TaskFilter ограничивают значения, Record даёт подписи фильтров. Данные лежат отдельно, чтобы компоненты не знали, откуда они пришли. Такой контракт сразу отсекает опечатки в фильтрах и приоритетах.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Шаг 2 — логика списка. Фильтруем по active/done, сортируем копию, считаем пустоту до map. Если после фильтрации ничего не осталось, показываем EmptyState, а не пустой ul. Ключ — task.id, поэтому удаление и переключение не путают строки.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Ожидаемый результат: три задачи, фильтры переключают список, выполненные зачёркнуты, приоритеты окрашены. Фильтр «Выполненные» на пустом наборе показывает EmptyState с кнопкой сброса. Удаление не путает строки — key стабильный.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Чек-лист перед сдачей. Проверяем каждое условие: boolean слева от &amp;&amp;, осознанный null, тернарник на два варианта, стабильные ключи, подготовка данных до return, разные empty/loading, условные классы через cx. Если пункт не выполняется — возвращаемся к соответствующему слайду.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Десять вопросов на самопроверку. Первые четыре — условия, 5–7 — словари и классы, 8–10 — списки и пустые состояния. Можно использовать для устного опроса или парной проверки: каждый вопрос повторяет ключевой слайд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Итог: условия — это JavaScript до return; списки — map и стабильный key; пустота и загрузка — отдельные ветки. Главная формула — сначала вычисляем, потом рендерим. Дальше лекция 18: хуки, состояние и эффекты. Домашнее задание — переписать два условных блока через ранний возврат и проверить ключи в своём списке.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 за внимание. На практике закрепим список задач с фильтром. Домашнее задание: переписать два условных блока через ранний возврат и проверить ключи в своём списке. Дальше — лекция 18 «Хуки».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7/slide-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7/slide-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7/slide-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7/slide-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7/slide-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7/slide-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7/slide-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7/slide-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7/slide-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7/slide-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7/slide-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7/slide-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7/slide-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7/slide-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7/slide-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7/slide-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7/slide-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7/slide-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7/slide-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7/slide-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7/slide-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7/slide-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7/slide-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7/slide-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7/slide-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7/slide-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7/slide-2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7/slide-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7/slide-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7/slide-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opencode/app/deck17/slide-3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17. Условный рендеринг и списки</dc:title>
  <dc:subject>Раздел 5. React</dc:subject>
  <dc:creator>МДК 09.01</dc:creator>
  <cp:lastModifiedBy>МДК 09.01</cp:lastModifiedBy>
  <cp:revision>1</cp:revision>
  <dcterms:created xsi:type="dcterms:W3CDTF">2026-10-24T07:50:54Z</dcterms:created>
  <dcterms:modified xsi:type="dcterms:W3CDTF">2026-10-24T07:50:54Z</dcterms:modified>
</cp:coreProperties>
</file>