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18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Хуки. useState, useEffect, useRef, useMemo, useCallback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Освоить хуки — механизм, который даёт функциональному компоненту память и доступ к жизненн…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Освоить хуки — механизм, который даёт функциональному компоненту память и доступ к жизненному циклу. Научиться хранить и обновлять состояние через `useState`, выполнять и корректно очищать побочные эффекты через `useEffect`, обращаться к DOM и хранить значения без ререндера через `useRef`, а также осознанно применять мемоизацию `useMemo` и `useCallback`. Понять правила вызова хуков и научиться использовать их в реальных задачах — таймер и поиск с debounce.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Освоить хуки — механизм, который даёт функциональному компоненту память и доступ к жизненному циклу. Научиться хранить и обновлять состояние через `useState`, выполнять и корректно очищать побочные эффекты через `useEffect`, обращаться к DOM и хранить значения без ререндера через `useRef`, а также осознанно применять мемоизацию `useMemo` и `useCallback`. Понять правила вызова хуков и научиться использовать их в реальных задачах — таймер и поиск с debounce.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прошедшие лекции 15–17 и знакомые с компонентами, JSX, props, условным рендерингом и списками.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Что такое хуки и правила их вызова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`useState` — состояние компонента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`useEffect` — синхронизация с внешним миром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`useRef` — DOM и значения без ререндера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`useMemo` и `useCallback` — мемоизация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Сводная таблица «Задача → хук»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7. Практика: таймер и поиск с debounce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Что такое хуки и правила их вызова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хуки и правила их вызова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Зачем компоненту память.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Функциональный компонент — обычная функция, и при каждом рендере она вызывается заново. Обычные переменные, объявленные внутри, не сохраняются между вызовами: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компоненту память. Функциональный компонент — обычная функция, и при каждом рендере она вызывается заново.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компоненту память.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Причина в том, что React вызывает функцию заново после каждого обновления, и локальная переменная создаётся с нуля. Чтобы компонент «помнил» данные между рендерами, нужен специальный механизм —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хуки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(hooks).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Что такое хук.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Хук — это функция React, имя которой начинается с `use` и которая даёт компоненту дополнительные возможности: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хуки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хук.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Так НЕ работает: при каждом рендере count заново равен 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BrokenCounter()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let count = 0;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&lt;button type="button" onClick={() =&gt; count++}&gt;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Нажато: {count}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`useState` — хранить состояние между рендерами;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`useEffect` — выполнять побочные действия и очищать их;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`useRef` — обращаться к DOM и хранить значения без ререндера;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`useMemo` / `useCallback` — кэшировать вычисления и функции.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Хуки импортируются по отдельности из пакета `react`: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Правило именования неслучайно: префикс `use` — подсказка и человеку, и линтеру, что перед ним хук со своими правилами вызова.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Правило 1: только верхний уровень, до ранних `return`.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Хуки нельзя вызывать внутри условий, циклов, вложенных функций, обработчиков событий и блоков `try/catch`. Все они должны стоять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 начале тела компонента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до любого условного выхода: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Правило 1: только верхний уровень, до ранних `return`.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 начале тела компонента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useState, useEffect, useRef, useMemo, useCallback } from 'react';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Bad({ cond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(cond)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❌ Нельзя: хук внутри условия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[x, setX]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❌ Нельзя: хук после раннего return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(!cond)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[y, setY]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Good({ cond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✅ Правильно: все хуки — на верхнем уровне, до любых return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[x, setX]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[y, setY]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(!cond)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&lt;p&gt;{x + y}&lt;/p&gt;;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Почему порядок вызова хуков критичен.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React не может узнать хук «по имени»: он запоминает состояние компонента в том порядке, в котором хуки вызываются. Первый `useState` — слот № 1, второй — слот № 2, `useEffect` — слот № 3 и так далее.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хук вызывается условно, порядок между рендерами меняется, и React «сдвигает» состояние: значения попадают не в те слоты, а в консоли появляется ошибка: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Почему порядок вызова хуков критичен.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Поэтому правило «только верхний уровень» — не стилистическое пожелание, а требование корректности. Условие при этом никуда не девается: оно переезжает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внутрь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хука или в его зависимости, а сам хук остаётся безусловным.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Правило 2: только из компонентов и других хуков.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Хук нельзя вызвать из обычной JavaScript-функции. Он работает только внутри рендера компонента (или другого хука, который тоже вызван из компонента):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внутрь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Правило 2: только из компонентов и других хуков.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React has detected a change in the order of Hooks called by Component.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Rendered more hooks than during the previous render.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Позже, в лекции 20, мы будем выносить логику в собственные хуки — функции с именем `useИмя`, которые вызываются из компонентов. Это законный способ переиспользовать поведение.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Правило 3: линтер проверяет правила автоматически.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Забыть про правила почти невозможно: в шаблоне Vite подключён линтер, который знает про хуки (правила `react-hooks/rules-of-hooks` и `react-hooks/exhaustive-deps` в ESLint; аналоги есть и в `oxlint`). Он: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законный способ переиспользовать поведение.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Правило 3: линтер проверяет правила автоматически.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FriendList()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✅ Правильно: хук вызывается внутри компонента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[online, setOnline] = useState(false);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setOnlineStatus()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❌ Нельзя: это обычная функция, а не компонент и не хук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[online, setOnline] = useState(false);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подсвечивает хук внутри условия или после `return`;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подсказывает, какие значения добавить в массив зависимостей `useEffect`.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такое хуки и правила их вызова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Соглашение об именах `use…` нужно линтеру, чтобы отличать хуки от обычных функций и проверять именно их.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Запомним: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хуки вызываются только на верхнем уровне компонента или другого хука, до ранних `return`, и всегда в одном и том же порядке.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Запомним: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`useState` — состояние компонента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`useState` — состояние компонента — ключевая тема раздела.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Синтаксис.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`useState` принимает начальное значение и возвращает пару: текущее значение и функцию-сеттер.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Синтаксис.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Разберём: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[count, setCount] = useState(0);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`count` — текущее значение состояния на этом рендере;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`setCount` — функция, которая запрашивает у React обновление 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новый рендер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`0` — начальное значение, используется только при первом рендере.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новый рендер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Тип можно не указывать — TypeScript выведет его из начального значения. Но когда значение может быть, например, `null`, тип задают явно: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Начальное значение и ленивая инициализация.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Начальное значение может быть не только литералом, но и результатом вычисления. Если вычисление дорогое (чтение из `localStorage`, разбор JSON, построение массива), его передают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функцией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тогда оно выполнится один раз, при первом рендере: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Начальное значение и ленивая инициализация.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функцией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[user, setUser] = useState&lt;User | null&gt;(null);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Разница видна только в производительности, но правило простое: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результат дорогого вычисления — оборачивай в функцию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Функциональное обновление.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Сеттеру можно передать новое значение напрямую, а можно — функцию, которая получает предыдущее значение и возвращает следующее: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результат дорогого вычисления — оборачивай в функцию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Функциональное обновление.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Settings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theme: 'light' | 'dark';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fontSize: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readSettings(): Settings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saved = localStorage.getItem('settings');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saved ? (JSON.parse(saved) as Settings) : { theme: 'light', fontSize: 16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Плохо: readSettings() вызовется на каждом рендере, а результат будет отброшен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[settings, setSettings] = useState&lt;Settings&gt;(readSettings());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Хорошо: колбэк вызовется только один раз — при монтировании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[settings, setSettings] = useState&lt;Settings&gt;(() =&gt; readSettings());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Функциональное обновление надёжнее везде, где новое значение зависит от предыдущего. Сравните: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[count, setCount]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Прямое значение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reset()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Функциональное обновление: prev — гарантированно актуальное значение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increment()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multiplyBy(factor: number)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setCount((prev) =&gt; prev * factor);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Иммутабельные обновления объектов и массивов.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React определяет изменения по ссылке: если передать в сеттер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тот же самый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объект или массив, он может не увидеть изменений. Поэтому данные обновляют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иммутабельно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создавая новую версию, а не изменяя старую.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Иммутабельные обновления объектов и массивов.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тот же самый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иммутабельно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Неверно: count берётся из замыкания текущего рендера, три раза одно и то же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tripleWrong()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setCount(count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setCount(count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setCount(count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результат: +1, а не +3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Верно: каждое обновление получает свежее предыдущее значение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tripleRight()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результат: +3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Массивы обновляются теми же неизменяющими методами, что мы разбирали в лекции 17: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[user, setUser] = useState&lt;User&gt;({ id: 1, name: 'Иван', email: 'ivan@mail.ru'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Плохо: мутация — ссылка не изменилась, ререндера может не быть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changeNameWrong()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user.name = 'Мария';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setUser(user);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Хорошо: копия с изменённым полем, остальные поля сохраняются через spread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changeName()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setUser((prev) =&gt; ({ ...prev, name: 'Мария' }));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Правило: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никогда не мутируем state напрямую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ни через присваивание полей, ни через `push`, `sort`, `splice`. Всегда создаём новую версию данных (`[...arr]`, `{ ...obj }`, `map`, `filter`). Этот же принцип мы применяли к props в лекции 17.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Батчинг обновлений.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в одном обработчике несколько раз вызвать сеттеры, React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сгруппирует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их в одно обновление и выполнит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один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ререндер — это называется батчингом (batching). Так было не всегда: до React 18 обновления внутри `async`-кода не группировались, а в React 19 автоматический батчинг работает всегда.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никогда не мутируем state напрямую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Батчинг обновлений.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сгруппирует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один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Todo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text: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completed: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[todos, setTodos] = useState&lt;Todo[]&gt;([]);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Добавить элемент в конец — новый массив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setTodos((prev) =&gt; [...prev, { id: Date.now(), text: 'Новая задача', completed: false }]);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Удалить по id — filter возвращает новый массив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setTodos((prev) =&gt; prev.filter((todo) =&gt; todo.id !== id));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Изменить один элемент — map создаёт новый массив и новый объект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setTodos((prev)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prev.map((todo)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todo.id === id ? { ...todo, completed: !todo.completed } : todo,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Состояние — это снимок.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Важно понимать: `setCount` не меняет переменную `count` «на месте». React запоминает новое значение и рендерит компонент заново, а в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текущем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выполнении функции `count` остаётся прежним: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Состояние — это снимок. Важно понимать: `setCount` не меняет переменную `count` «на месте».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Состояние — это снимок.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текущем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[count, setCount]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[isOpen, setIsOpen] = useState(false);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handleClick()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setIsOpen((prev) =&gt; !prev);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React увидит оба обновления и перерисует компонент один раз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Поэтому для расчётов на основе свежего значения и существует функциональная форма `setCount((prev) =&gt; …)`: она гарантирует, что `prev` — это актуальное состояние, а не устаревшее значение из замыкания.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Несколько состояний против одного объекта.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Небольшие независимые значения удобнее хранить в отдельных `useState`: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Несколько состояний против одного объекта.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handleClick()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setCount(count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console.log(count); // всё ещё старое значение!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Так обновление одного поля не затрагивает остальные, а код читается проще. Один объект-состояние уместен, когда значения логически неразделимы: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[name, setName]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[email, setEmail]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[isLoading, setIsLoading] = useState(false);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полей много и логика обновления однотипна, используют `useReducer`, но это тема отдельного разговора; для большинства задач `useState` достаточно.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Контролируемые поля ввода.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React значение поля можно хранить в состоянии — тогда компонент полностью контролирует ввод. Это называется контролируемым компонентом (controlled component): значение приходит из `state`, а изменения уходят в сеттер через `onChange`.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Контролируемые поля ввода.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FormState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[form, setForm] = useState&lt;FormState&gt;({ name: '', email: ''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handleNameChange(value: string)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setForm((prev) =&gt; ({ ...prev, name: value }));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src/components/NameForm.tsx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ChangeEvent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NameForm()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[name, setName]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function handleChange(event: ChangeEvent&lt;HTMLInputElement&gt;)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setName(event.target.value);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isValid = name.trim().length &gt;= 2;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onSubmit={(event) =&gt; event.preventDefault()}&gt;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&lt;label htmlFor="name"&gt;Имя:&lt;/label&gt;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id="name"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type="text"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value={name}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onChange={handleChange}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placeholder="Введите имя"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{name.length &gt; 0 &amp;&amp; !isValid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 className="error"&gt;Имя должно содержать минимум 2 символа&lt;/p&gt;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type="submit" disabled={!isValid}&gt;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Сохранить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`useState` — состояние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 на `import type { ChangeEvent } from 'react'`: в шаблоне `react-ts` с параметром `verbatimModuleSyntax` типы импортируются отдельно от значений, иначе TypeScript выдаст ошибку сборки.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`useEffect` — синхронизация с внешним миром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`useEffect` — синхронизация с внешним миром — ключевая тема раздела.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Что такое побочный эффект.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Во время рендера компонент должен быть чистым: считать JSX из props и state, не трогая ничего снаружи (см. лекцию 16). Но приложению нужно взаимодействовать с внешним миром: отправлять запросы, подписываться на события, запускать таймеры, менять `document.title`. Такие действия называются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побочными эффектами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и для них есть `useEffect`.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Важно сместить акцент восприятия: `useEffect` — это не «магия жизненного цикла», а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синхронизация состояния с внешней системой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Формулируйте для себя так: «пока значения `a` и `b` такие — внешняя система должна выглядеть так».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Синтаксис.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`useEffect` принимает функцию-эффект и массив зависимостей. Из эффекта можно (и часто нужно) вернуть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cleanup-функцию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код очистки: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побочный эффект.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побочными эффектами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синхронизация состояния с внешней системой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Синтаксис.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cleanup-функцию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Массив зависимостей.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От второго аргумента зависит, когда эффект запускается: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Массив зависимостей.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1. код, который выполняется после рендера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   (подключение, подписка, запрос, таймер)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2. код очистки: вызывается перед следующим запуском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   и при размонтировании компонента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[deps]);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Сводка: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Запускается после КАЖДОГО рендера (массива нет)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console.log('рендер завершён');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Запускается один раз — при монтировании (в dev-режиме StrictMode — дважды, см. ниже)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console.log('компонент появился');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Запускается при монтировании и каждый раз,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когда изменилось a или b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console.log('a или b изменились');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[a, b]);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01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Второй аргумент | Когда запускается эффект | Типичный случай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:--- | :--- | :---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отсутствует | после каждого рендера | нужно синхронизировать почти всё; использовать редко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`[]` | только при монтировании (и cleanup — при размонтировании) | подписка на событие окна, загрузка данных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`[a, b]` | при монтировании и при изменении `a` или `b` | таймер, зависящий от `isRunning`; запрос по `query`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— справочник ключевых значений раздела.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Cleanup: таймеры, подписки, события.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эффект что-то «включил», cleanup обязан это «выключить». Иначе получим утечки, дублирующиеся таймеры и «фантомные» обработчики.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Cleanup: таймеры, подписки, события. Если эффект что-то «включил», cleanup обязан это «выключить».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Cleanup: таймеры, подписки, события.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Частая ошибка — забыть cleanup: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Таймер с корректной очисткой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id = window.setInterval(()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setSeconds((prev)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1000);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() =&gt; window.clearInterval(id);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Подписка на событие окна — тот же принцип: добавили обработчик — удалите его в cleanup.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Плохо: интервал никогда не очищается.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В StrictMode dev-режима эффект запустится дважды — и счётчик будет «тикать» вдвое быстрее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window.setInterval(()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setSeconds((prev)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1000);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внимание: в cleanup передаётся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та же самая ссылка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на функцию `handleResize`, поэтому её объявляют внутри эффекта.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Загрузка данных при монтировании; защита от гонок.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Самый частый сценарий — получить данные с сервера, когда компонент появился. Здесь важно предусмотреть две вещи: отмену запроса при размонтировании и защиту от «гонок», когда ответы приходят не в том порядке.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 же самая ссылка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Загрузка данных при монтировании; защита от гонок.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src/hooks/useWindowWidth.ts — пример по смыслу; как оформить свой хук, см. лекцию 20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useWindowWidth(): number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[width, setWidth] = useState(() =&gt; window.innerWidth);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function handleResize()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setWidth(window.innerWidth);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window.addEventListener('resize', handleResize);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cleanup: иначе обработчики будут накапливаться при каждом монтировании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() =&gt; window.removeEventListener('resize', handleResize);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width;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src/components/UserList.tsx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UserList()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[users, setUsers] = useState&lt;User[]&gt;([]);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[isLoading, setIsLoading] = useState(true);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[error, setError] = useState&lt;string | null&gt;(null);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AbortController позволяет отменить fetch при размонтировании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controller = new AbortController();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async function loadUsers()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setIsLoading(true);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setError(null);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try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const response = await fetch('/api/users', { signal: controller.signal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if (!response.ok)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throw new Error(`Сервер ответил ошибкой ${response.status}`);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const data: User[] = await response.json();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setUsers(data);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 catch (err)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// Отменённый запрос — это не ошибка, просто игнорируем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if (err instanceof DOMException &amp;&amp; err.name === 'AbortError')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return;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setError(err instanceof Error ? err.message : 'Не удалось загрузить данные');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 finally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if (!controller.signal.aborted)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setIsLoading(false);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void loadUsers();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cleanup: отменяем запрос, если компонент размонтировали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() =&gt; controller.abort();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(isLoading)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&lt;p role="status"&gt;Загрузка...&lt;/p&gt;;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(error)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 className="error" role="alert"&gt;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{users.map((user)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 key={user.id}&gt;{user.name}&lt;/li&gt;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тот же эффект зависит от параметра (например, `userId`), добавьте его в зависимости — и cleanup с `AbortController` автоматически отменит устаревший запрос: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Так мы получаем защиту от гонок: запрос для старого `userId` отменяется, и его ответ не сможет перезаписать актуальные данные.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Двойной вызов эффектов в `StrictMode` в dev-режиме.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`main.tsx` приложение обёрнуто в `&lt;StrictMode&gt;` (лекция 15). В dev-режиме React намеренно монтирует компонент, размонтирует и монтирует снова — чтобы найти эффекты без корректного cleanup. Поэтому каждый эффект в режиме разработки выполняется дважды.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Это не баг: в production-сборке двойного вызова нет. Но это отличный индикатор качества кода: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не баг: в production-сборке двойного вызова нет.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Но это отличный индикатор качества кода: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Двойной вызов эффектов в `StrictMode` в dev-режиме.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...запрос данных для userId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[userId]);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если эффект запустил таймер 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не очистил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его — счётчик будет идти вдвое быстрее;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если подписка не снимается — обработчик сработает дважды;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если эффект корректно очищается — двойной запуск безвреден.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 очистил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Именно поэтому cleanup обязателен для любого эффекта, который что-то подключает.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Ловушка бесконечного цикла.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Эффект с зависимостью, которая меняется на каждом рендере, превращается в бесконечный цикл: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Именно поэтому cleanup обязателен для любого эффекта, который что-то подключает.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Ловушка бесконечного цикла.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То же случается, если внутри эффекта обновлять состояние, которое есть в его зависимостях: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Плохо: объект options создаётся заново каждый рендер —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ссылка всегда новая, эффект запускается бесконечно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options = { page: 1, limit: 10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loadData(options);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[options]);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Лечится это так: объект либо создаётся внутри эффекта, либо стабилизируется через `useMemo`; а состояние внутри эффекта обновляют функционально и не указывают как зависимость, если эффект не должен реагировать на его изменение.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Когда `useEffect` не нужен.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`useEffect` часто применяют там, где он не требуется. Два правила помогут избежать лишних эффектов.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Производные данные вычисляют при рендере, а не в эффекте.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Когда `useEffect` не нужен.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Производные данные вычисляют при рендере, а не в эффекте.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Плохо: setCount меняет count → эффект запускается снова → бесконечный цикл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setCount(count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[count]);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Реакцию на действие пользователя делают в обработчике, а не в эффекте.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Лишний эффект: значение можно посчитать сразу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[fullName, setFullName]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setFullName(`${firstName} ${lastName}`);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[firstName, lastName]);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Просто вычисление при рендере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fullName = `${firstName} ${lastName}`;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Эффект нужен тогда, когда действие должно произойти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из-за того, что компонент отображён с определёнными данными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а не из-за конкретного клика.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из-за того, что компонент отображён с определёнными данными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`useEffect` — синхронизация с внешним миром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Лишний эффект: покупка выполняется из-за изменения состояния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(product)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post('/api/buy', product);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[product]);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Действие выполняется прямо в обработчике события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handleBuy()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post('/api/buy', product);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`useRef` — DOM и значения без ререндера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`useRef` — DOM и значения без ререндера — ключевая тема раздела.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Два разных применения одного хука.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`useRef` возвращает объект с единственным свойством `current`, который сохраняется между рендерами. И у него две принципиально разные роли: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ссылка на DOM-узел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чтобы напрямую вызвать метод элемента (фокус, прокрутка, измерение);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«коробочка» для значения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изменение которого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не должно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вызывать ререндер.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Два разных применения одного хука.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ссылка на DOM-узел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«коробочка» для значения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 должно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Ключевое отличие от `useState`: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изменение `ref.current` не запускает рендер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Именно поэтому `useRef` хорош для служебных значений, которые не отображаются в разметке.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Доступ к DOM-узлу: фокус на поле ввода.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Чтобы получить DOM-элемент, нужно создать ref и передать его в атрибут `ref`: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изменение `ref.current` не запускает рендер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Доступ к DOM-узлу: фокус на поле ввода.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ref = useRef&lt;HTMLInputElement&gt;(null);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ref.current — либо DOM-узел, либо null до монтирования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src/components/SearchForm.tsx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useRef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SearchForm()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inputRef = useRef&lt;HTMLInputElement&gt;(null);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function focusInput()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current может быть null, если компонент ещё не смонтирован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inputRef.current?.focus();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onSubmit={(event) =&gt; event.preventDefault()}&gt;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&lt;label htmlFor="search"&gt;Поиск:&lt;/label&gt;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 id="search" ref={inputRef} type="text" placeholder="Введите запрос"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type="button" onClick={focusInput}&gt;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Перейти к поиску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Разберём: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типовой параметр `useRef&lt;HTMLInputElement&gt;` говорит TypeScript, что в `current` будет элемент `&lt;input&gt;`;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начальное значение `null` — до монтирования DOM-узла не существует;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`inputRef.current?.focus()` — безопасный вызов: если узел ещё не создан, ничего не произойдёт;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атрибут `ref` — обычный prop; React сам записывает в него DOM-узел после отрисовки.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Автофокус при появлении формы — частный случай, но его можно решить эффектом: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Измерение элемента после отрисовки.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Доступ к DOM нужен, когда размеры или позицию элемента можно узнать только у реального браузерного узла. Измеряем внутри `useEffect` — к этому моменту DOM уже построен: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Измерение элемента после отрисовки.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useRef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AutoFocusInput()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inputRef = useRef&lt;HTMLInputElement&gt;(null);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inputRef.current?.focus();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[]); // при монтировании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&lt;input ref={inputRef} type="text" aria-label="Поиск по каталогу"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Хранение значения без ререндера (id таймера, предыдущее значение).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Самое практичное применение — хранить служебные данные, которые не участвуют в разметке. Классический пример — идентификатор таймера при ручном управлении: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useRef,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WidthMeter()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boxRef = useRef&lt;HTMLDivElement&gt;(null);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[width, setWidth]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(boxRef.current)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setWidth(boxRef.current.getBoundingClientRect().width);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ref={boxRef} className="meter"&gt;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Ширина блока: {Math.round(width)} px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useRef,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ManualTimer()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[seconds, setSeconds]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intervalRef = useRef&lt;number | null&gt;(null);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function start()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Защита от двойного запуска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(intervalRef.current !== null)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intervalRef.current = window.setInterval(()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setSeconds((prev)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 1000);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function stop()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(intervalRef.current !== null)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window.clearInterval(intervalRef.current);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intervalRef.current =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&lt;p&gt;Прошло секунд: {seconds}&lt;/p&gt;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type="button" onClick={start}&gt;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Старт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type="button" onClick={stop}&gt;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Стоп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Почему здесь именно `useRef`, а не `useState`: идентификатор интервала нигде не выводится, и его изменение не должно перерисовывать компонент. Если бы это был `useState`, каждое присваивание вызывало бы лишний ререндер.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Второй типичный сценарий — запомнить значение с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предыдущего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рендера: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Если бы это был `useState`, каждое присваивание вызывало бы лишний ререндер.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предыдущего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Чем `useRef` отличается от `useState`.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Чем `useRef` отличается от `useState`.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useRef,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CounterWithHistory()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[count, setCount]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prevCountRef = useRef(0);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prevCountRef.current = count;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[count]);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&lt;p&gt;Сейчас: {count}&lt;/p&gt;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&lt;p&gt;Было: {prevCountRef.current}&lt;/p&gt;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type="button" onClick={() =&gt; setCount((prev) =&gt; prev + 1)}&gt;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Увеличить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01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 | `useState` | `useRef`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:--- | :--- | :---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Значение живёт между рендерами | да | да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Изменение вызывает ререндер | да | </a:t>
            </a:r>
            <a:r>
              <a:rPr sz="1300" b="1" i="0">
                <a:solidFill>
                  <a:srgbClr val="212529"/>
                </a:solidFill>
                <a:latin typeface="Segoe UI"/>
              </a:rPr>
              <a:t>нет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Для чего | данные, отображаемые в UI | DOM-узлы, служебные значения, id таймеров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Чтение | значение напрямую | через `ref.current`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Изменение | только через сеттер | напрямую (`ref.current = …`)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— справочник ключевых значений раздела.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`useRef` — DOM и значения без ререндера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Правило выбора: если значение влияет на то, что видит пользователь, — это `useState`. Если это «техническая» переменная (ссылка на DOM, id таймера, счётчик попыток), — `useRef`.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&gt; Правило выбора: если значение влияет на то, что видит пользователь, — это `useState`.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Если это «техническая» переменная (ссылка на DOM, id таймера, счётчик попыток), — `useRef`.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`useMemo` и `useCallback` — мемоизация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`useMemo` и `useCallback` — мемоизация — ключевая тема раздела.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Что такое мемоизация.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Мемоизация — это кэширование результата: если входные данные не изменились, повторно вычислять не нужно, можно вернуть сохранённый результат. React сравнивает зависимости поверхностно (по ссылке для объектов и функций) и пересчитывает значение только тогда, когда хотя бы одна зависимость изменилась.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`useMemo`: кэш результата вычисления.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мемоизация.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`useMemo`: кэш результата вычисления.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Функция из первого аргумента выполнится при первом рендере и будет пересчитана только при изменении `a` или `b`. Во все остальные рендеры React вернёт закэшированный результат.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Типичный случай — фильтрация и сортировка большого списка: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memoizedValue = useMemo(() =&gt; computeExpensiveValue(a, b), [a, b]);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src/components/ProductList.tsx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useMemo,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Product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category: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ProductListProps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products: Product[];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category: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ProductList({ products, category }: ProductListProps)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[onlyAffordable, setOnlyAffordable] = useState(false);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visibleProducts = useMemo(()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filtered = products.filter((product)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category === 'all' ? true : product.category === category,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byPrice = onlyAffordable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? filtered.filter((product) =&gt; product.price &lt;= 50000)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: filtered;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сортируем копию, не мутируя props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[...byPrice].sort((a, b) =&gt; a.price - b.price);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[products, category, onlyAffordable]);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type="checkbox"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checked={onlyAffordable}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onChange={(event) =&gt; setOnlyAffordable(event.target.checked)}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Только до 50 000 ₽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&lt;p&gt;Найдено товаров: {visibleProducts.length}&lt;/p&gt;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{visibleProducts.map((product)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&lt;li key={product.id}&gt;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{product.title} — {product.price} 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Важно: `useMemo` не «ускоряет всё подряд» — он лишь избавляет от повторного вычисления. Если пересчёт дешёвый (сложение двух чисел, короткий массив из пяти элементов), выгоды нет, а код усложняется.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`useCallback`: стабильная ссылка на функцию.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`useCallback`: стабильная ссылка на функцию.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`useCallback` возвращает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ту же самую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функцию между рендерами, пока не изменились зависимости. Зачем это нужно: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это нужно: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ту же самую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memoizedCallback = useCallback(()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doSomething(a, b);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}, [a, b]);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функция передаётся в дочерний компонент, обёрнутый в `memo` — без стабильной ссылки дочерний компонент будет перерисовываться зря;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функция является зависимостью `useEffect` — без стабильной ссылки эффект будет запускаться на каждом рендере;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значение помещается в контекст или используется в `useMemo`.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memo, useCallback,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TodoItemProps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onDelete: (id: number)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memo пропускает ререндер, если props не изменились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TodoItem = memo(function TodoItem({ id, title, onDelete }: TodoItemProps)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{title}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type="button" onClick={() =&gt; onDelete(id)}&gt;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Удалить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TodoList()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[todos, setTodos] = useState([{ id: 1, title: 'Изучить хуки' }]);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Стабильная ссылка: дочерние memo-компоненты не перерисуются зря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handleDelete = useCallback((id: number)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setTodos((prev) =&gt; prev.filter((todo) =&gt; todo.id !== id));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{todos.map((todo)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&lt;TodoItem key={todo.id} id={todo.id} title={todo.title} onDelete={handleDelete}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`memo` — не хук, а функция-обёртка: она импортируется из `react` вместе с хуками и пропускает ререндер, если props не изменились.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Связь между хуками.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`useCallback` — это частный случай `useMemo` для функций: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Связь между хуками. `useCallback` — это частный случай `useMemo` для функций: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Связь между хуками.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Поэтому не нужно применять оба хука к одному и тому же: для функции — `useCallback`, для значения — `useMemo`.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Когда мемоизация действительно нужна.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Когда мемоизация действительно нужна.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Эти записи эквивалентны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handleClick = useCallback(() =&gt; doSomething(a), [a]);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handleClick = useMemo(() =&gt; () =&gt; doSomething(a), [a]);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Вычисление действительно тяжёлое: большие массивы, сложные расчёты, агрегация, форматирование тысяч строк.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Ссылка должна быть стабильной: `memo`-компонент, зависимость `useEffect`, значение контекста.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Проблему видно в профилировщике React DevTools (Profiler): рендеры повторяются без причины.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Преждевременная оптимизация.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Мемоизация не бесплатна: каждый `useMemo` и `useCallback` занимает память и добавляет сравнение зависимостей на каждом рендере. Если обернуть во всё подряд, код станет сложнее, а выигрыша не будет — иногда приложение даже замедлится.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Преждевременная оптимизация.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Практическое правило: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сначала пишем просто и ясно, измеряем производительность, и только потом добавляем мемоизацию там, где она реально помогает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Большинство компонентов в `useMemo` и `useCallback` не нуждаются.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`useMemo` и `useCallback` — мемоизация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Преждевременная оптимизация: сложение — операция на наносекунды,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кэшировать её бессмысленно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sum = useMemo(() =&gt; a + b, [a, b]);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Мемоизация оправдана: пересчёт большого массива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totals = useMemo(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() =&gt; orders.reduce((acc, order) =&gt; acc + order.amount, 0),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[orders],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Сводная таблица «Задача → хук»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Сводная таблица «Задача → хук»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Сводная таблица «Задача → хук» — ключевая тема раздела.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Сводная таблица «Задача → хук»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01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Задача | Хук | Пример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:--- | :--- | :---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Хранить данные компонента и обновлять UI | `useState` | счётчик, поле формы, флаг открытия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Обновить состояние на основе предыдущего | `useState` с функцией | `setCount((prev) =&gt; prev + 1)`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Хранить объект/массив и менять иммутабельно | `useState` + spread/`map`/`filter` | `setUser((prev) =&gt; ({ ...prev, name }))`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Реагировать на изменение данных после рендера | `useEffect` + зависимости | запрос при смене `query`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Выполнить действие один раз при монтировании | `useEffect` с `[]` | первоначальная загрузка данных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Подписаться на событие или завести таймер | `useEffect` + cleanup | `setInterval` / `addEventListener`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Отменить запрос или подписку | cleanup в `useEffect` | `AbortController.abort()`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Получить доступ к DOM-узлу | `useRef` | фокус на `input`, измерение блока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Хранить значение, не влияющее на UI | `useRef` | id таймера, предыдущее значение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Кэшировать тяжёлое вычисление | `useMemo` | фильтрация и сортировка большого списка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Стабилизировать ссылку на функцию | `useCallback` | обработчик для `memo`-компонента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— справочник ключевых значений раздела.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Сводная таблица «Задача → хук»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Дополнение: `useReducer` подходит для сложной логики обновления состояния, `useContext` — для передачи данных через дерево компонентов, `useId` — для связки `label` и поля ввода. Эти хуки разбираются в лекциях 19 и 23.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Практика: таймер и поиск с debounce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Практика: таймер и поиск с debounce — ключевая тема раздела.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Соберём приложение из двух блоков: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таймер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с пуском, паузой и сбросом 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поиск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с задержкой (debounce), чтобы запрос уходил не на каждое нажатие клавиши, а после паузы.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1. Компонент `Timer`.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Здесь задействуем `useState` (значение и флаг работы), `useEffect` (интервал + cleanup, зависящий от флага) и `useCallback` (стабильные обработчики).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таймер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поиск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1. Компонент `Timer`.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src/components/Timer.tsx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useCallback, useEffect,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formatTime(totalSeconds: number): string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minutes = Math.floor(totalSeconds / 60);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seconds = totalSeconds % 60;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`${String(minutes).padStart(2, '0')}:${String(seconds).padStart(2, '0')}`;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Timer()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[seconds, setSeconds]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[isRunning, setIsRunning] = useState(false);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Эффект запускает интервал только когда таймер идёт.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cleanup останавливает интервал при паузе и при размонтировании.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(!isRunning)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id = window.setInterval(()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setSeconds((prev) =&gt; prev + 1);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 1000);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() =&gt; window.clearInterval(id);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[isRunning]);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handleToggle = useCallback(()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setIsRunning((prev) =&gt; !prev);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handleReset = useCallback(()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setIsRunning(false);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setSeconds(0);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 className="timer"&gt;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&lt;h2&gt;Таймер&lt;/h2&gt;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 className="timer__display" aria-live="polite"&gt;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{formatTime(seconds)}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className="timer__controls"&gt;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 type="button" onClick={handleToggle}&gt;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{isRunning ? 'Пауза' : 'Старт'}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 type="button" onClick={handleReset} disabled={seconds === 0}&gt;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Сброс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Что здесь важно: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эффект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зависит от `isRunning`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при `true` интервал создаётся, при `false` — cleanup его снимает;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`setSeconds((prev) =&gt; prev + 1)` — функциональное обновление, потому что интервальный колбэк «не знает» о текущем `seconds`;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`handleReset` сначала останавливает таймер (`setIsRunning(false)`), затем обнуляет значение;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`aria-live="polite"` сообщает скринридеру об обновлении времени.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зависит от `isRunning`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2. Компонент `UserSearch` с debounce.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Задержка реализуется через `setTimeout` внутри `useEffect`: пока пользователь печатает, предыдущий таймер отменяется в cleanup, и новый запрос уйдёт только после паузы.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2. Компонент `UserSearch` с debounce.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src/components/UserSearch.tsx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DEBOUNCE_DELAY = 500;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UserSearch()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[query, setQuery]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[users, setUsers] = useState&lt;User[]&gt;([]);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[isLoading, setIsLoading] = useState(false);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[error, setError] = useState&lt;string | null&gt;(null);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trimmed = query.trim();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Пустой запрос: не обращаемся к серверу, сразу показываем подсказку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(trimmed === '')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setUsers([]);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setError(null);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setIsLoading(false);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setIsLoading(true);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setError(null);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controller = new AbortController();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Таймер задержки: если пользователь продолжит печатать,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cleanup отменит этот таймер и запустит новый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timeoutId = window.setTimeout(()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void (async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try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const response = await fetch(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`/api/users?search=${encodeURIComponent(trimmed)}`,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 signal: controller.signal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if (!response.ok)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throw new Error(`Сервер ответил ошибкой ${response.status}`);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const data: User[] = await response.json();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setUsers(data);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setIsLoading(false);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 catch (err)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if (err instanceof DOMException &amp;&amp; err.name === 'AbortError')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return;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setError(err instanceof Error ? err.message : 'Не удалось выполнить поиск');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setIsLoading(false);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})();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 DEBOUNCE_DELAY);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cleanup: снимаем таймер и отменяем незавершённый запрос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window.clearTimeout(timeoutId);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controller.abort();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[query]);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 className="search"&gt;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&lt;h2&gt;Поиск пользователей&lt;/h2&gt;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&lt;label htmlFor="user-search"&gt;Запрос:&lt;/label&gt;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id="user-search"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type="search"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value={query}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onChange={(event) =&gt; setQuery(event.target.value)}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placeholder="Начните вводить имя"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{isLoading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 className="search__status" role="status"&gt;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Поиск...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{error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 className="search__error" role="alert"&gt;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{error}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{!isLoading &amp;&amp; !error &amp;&amp; query.trim() !== '' &amp;&amp; users.length === 0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 className="search__empty"&gt;Ничего не найдено&lt;/p&gt;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&lt;ul className="search__results"&gt;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{users.map((user)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&lt;li key={user.id}&gt;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&lt;strong&gt;{user.name}&lt;/strong&gt; — {user.email}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Как работает debounce: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1.  пользователь нажал клавишу → `query` изменился;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2.  React запускает эффект, который ставит `setTimeout` на 500 мс;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3.  пользователь нажал следующую клавишу до истечения таймера → cleanup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снимает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предыдущий `setTimeout` и `abort`-ит предыдущий запрос;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4.  когда пауза достигла 500 мс, выполняется последний таймер и уходит один запрос.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Итог: при быстром вводе запрос отправляется один раз — после того, как пользователь остановился. Это и есть debounce; он строится ровно на `useEffect` + `setTimeout` с cleanup.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3. Сборка в `App.tsx`.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и есть debounce; он строится ровно на `useEffect` + `setTimeout` с cleanup.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снимает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3. Сборка в `App.tsx`.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4. Минимальные стили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например, в `src/App.css`: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4. Минимальные стили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'./App.css';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Timer } from './components/Timer';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UserSearch } from './components/UserSearch';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&lt;main className="app"&gt;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&lt;h1&gt;Хуки в действии&lt;/h1&gt;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&lt;Timer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&lt;UserSearch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&lt;/main&gt;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App;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.app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max-width: 720px;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margin: 0 auto;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24px 16px;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font-family: 'Segoe UI', Tahoma, Geneva, Verdana, sans-serif;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.timer,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.search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16px;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margin-block: 16px;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border: 1px solid #e4e7eb;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border-radius: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#fff;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.timer__display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font-size: 40px;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font-variant-numeric: tabular-nums;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margin: 8px 0 16px;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.timer__controls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flex;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gap: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.timer__controls button,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.search input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min-height: 44px;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8px 14px;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border: 1px solid #d2d6dc;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border-radius: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#fff;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font: inherit;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.timer__controls button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cursor: pointer;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.timer__controls button:disabled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opacity: 0.5;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cursor: not-allowed;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.timer__controls button:focus-visible,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.search input:focus-visible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outline: 2px solid #2563eb;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outline-offset: 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.search input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width: 100%;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box-sizing: border-box;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margin-top: 4px;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.search__status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#52606d;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.search__error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#991b1b;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.search__empty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#7b8794;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.search__results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list-style: none;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margin: 12px 0 0;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0;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flex;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flex-direction: column;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gap: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5. Запускаем `npm run dev`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и проверяем сценарии: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5. Запускаем `npm run dev`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таймер и поиск с debounce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кнопка «Старт» запускает таймер, кнопка «Пауза» останавливает его, «Сброс» обнуляет и останавливает;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при переходе таймера на паузу интервал действительно снимается (в `StrictMode` нет двойного «тика»);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при быстром вводе в поиск запрос уходит один раз — после паузы в 500 мс;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пустой запрос не отправляет запрос к серверу;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пока идёт поиск, видно сообщение «Поиск...»; при отсутствии результатов — «Ничего не найдено».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Хуки дают функциональному компоненту память и доступ к побочным действиям. Вызываются только на верхнем уровне компонента или другого хука, до ранних `return`, и всегда в одном и том же порядке.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Порядок вызова хуков критичен: React сопоставляет состояние со слотами по порядку, поэтому хук внутри условия или цикла ломает компонент.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`useState` хранит состояние между рендерами: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начальное значение можно передать функцией — это ленивая инициализация для дорогих вычислений;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обновление зависит от предыдущего значения — используем функцию: `setCount((prev) =&gt; prev + 1)`;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объекты и массивы обновляются иммутабельно: `{ ...prev, поле }`, `map`, `filter`;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несколько `setState` в одном обработчике батчатся в один ререндер;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состояние — это снимок: в текущем рендере переменная остаётся прежней.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`useEffect` синхронизирует компонент с внешним миром: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без массива зависимостей — после каждого рендера, `[]` — при монтировании, `[a, b]` — при изменении `a` или `b`;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cleanup-функция снимает таймеры, подписки и отменяет запросы;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загрузка данных при монтировании сопровождается `AbortController` — для отмены и защиты от гонок;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в `StrictMode` dev-режима эффекты выполняются дважды — это проверка корректности cleanup, в production двойного вызова нет;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производные данные и реакции на действия пользователя в `useEffect` не нужны.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`useRef` хранит объект, который живёт между рендерами, но не вызывает ререндер: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ссылка на DOM-узел (`ref.current?.focus()`, измерение через `getBoundingClientRect`);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служебные значения: id таймера, предыдущее значение, флаг первого рендера.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`useMemo` кэширует результат вычисления, `useCallback` — ссылку на функцию. Они нужны для дорогих расчётов и стабилизации ссылок (для `memo`-компонентов и зависимостей эффектов), но преждевременная оптимизация вредна: сначала измеряем, потом оптимизируем.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Выбор хука: влияет на UI → `useState`; действие после рендера → `useEffect`; доступ к DOM или служебное значение → `useRef`; кэш вычисления → `useMemo`; стабильная функция → `useCallback`.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Порядок работы с эффектом: определить внешнюю систему → указать зависимости → обязательно написать cleanup.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Хуки дают функциональному компоненту память и доступ к побочным действиям. Вызываются только на верхнем уровне компонента или другого хука, до ранних `return`, и всегда в одном и том же порядке.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Порядок вызова хуков критичен: React сопоставляет состояние со слотами по порядку, поэтому хук внутри условия или цикла ломает компонент.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`useState` хранит состояние между рендерами: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начальное значение можно передать функцией — это ленивая инициализация для дорогих вычислений;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обновление зависит от предыдущего значения — используем функцию: `setCount((prev) =&gt; prev + 1)`;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объекты и массивы обновляются иммутабельно: `{ ...prev, поле }`, `map`, `filter`;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несколько `setState` в одном обработчике батчатся в один ререндер;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локальная переменная внутри функционального компонента не сохраняется между рендерами? Какую задачу решают хуки?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Сформулируйте правила вызова хуков. Почему хук нельзя вызывать внутри условия или после раннего `return`?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означает ошибка `Rendered more hooks than during the previous render` и как её исправить?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состояние обновляют функционально: `setCount((prev) =&gt; prev + 1)`, а не `setCount(count + 1)`? В каком случае разница станет заметна?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ленивая инициализация `useState` и зачем передавать начальное значение функцией?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объекты и массивы в состоянии нужно обновлять иммутабельно? Что произойдёт, если мутировать объект и передать его в сеттер?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батчинг обновлений? Сколько раз перерисуется компонент, если в одном обработчике вызвать три сеттера?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массив зависимостей `useEffect` влияет на момент запуска эффекта? Чем отличаются отсутствие массива, `[]` и `[a, b]`?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cleanup-функция и когда она вызывается? Покажите, как корректно очистить `setInterval` и подписку на событие.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в `StrictMode` в dev-режиме эффект выполняется дважды? О чём говорит двойной запуск таймера или подписки?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Когда `useEffect` не нужен? Приведите два примера кода, где эффект лишний, и объясните, как переписать его без хука.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Чем `useRef` отличается от `useState`? Приведите по одному примеру, где уместен каждый из них, и объясните, почему `useMemo`/`useCallback` не стоит применять повсеместно.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