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Формы и валидация. react-hook-form и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Научиться создавать формы в React с помощью библиотеки `react-hook-form`, описывать правил…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Научиться создавать формы в React с помощью библиотеки `react-hook-form`, описывать правила валидации схемами `zod` и показывать пользователю понятные сообщения об ошибках на русском языке.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Научиться создавать формы в React с помощью библиотеки `react-hook-form`, описывать правила валидации схемами `zod` и показывать пользователю понятные сообщения об ошибках на русском языке.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знакомые с хуками, состоянием, props и обработкой событий (лекции 18–20).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Введение: проблема контролируемых форм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Основы `react-hook-form`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Валидация с `zod`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Интеграция `zodResolver`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5. `Controller` для нестандартных инпутов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6. Работа с состоянием формы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7. Продвинутые приёмы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8. Практика: форма регистрации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Введение: проблема контролируемых форм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Введение: проблема контролируемых форм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Контролируемый input.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React значение поля ввода обычно хранят в состоянии, а в `input` передают `value` и `onChange`. Такой input называют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контролируемым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Контролируемый input.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контролируемым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Этот подход понятен, но у него есть цена: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ControlledForm()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[name, setName]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[email, setEmail] = useState('');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Имя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 value={name} onChange={(event) =&gt; setName(event.target.value)}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Email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 value={email} onChange={(event) =&gt; setEmail(event.target.value)}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Ререндер на каждый ввод.** Каждое нажатие клавиши вызывает `setState`, и React перерисовывает компонент (а иногда и всё поддерево формы).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Много «шума».** Для каждого поля нужен свой `useState`, свой обработчик и своя проверка.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Валидация вручную.** Правила и сообщения об ошибках пишутся вручную и дублируются между формой и 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Сложно с вложенными структурами.** Массивы полей и вложенные объекты превращаются в громоздкий код.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На форме из 3–5 полей это незаметно. На форме из 20 полей с динамическими строками — становится серьёзной проблемой.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Неконтролируемый подход `react-hook-form`.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Библиотека `react-hook-form` (сокращённо RHF) предлагает другой подход: поля остаются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неконтролируемыми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, React не управляет их значением на каждый ввод. Вместо этого RHF обращается к DOM-элементам через ref, когда это действительно нужно — например, при отправке или валидации.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На форме из 3–5 полей это незаметно.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Неконтролируемый подход `react-hook-form`.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неконтролируемыми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FormValues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FastForm()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register, handleSubmit } = useForm&lt;FormValues&gt;();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(data: 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console.log(data); // { name: '…', email: '…'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 {...register('name')}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&lt;input {...register('email')}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type="submit"&gt;Отправить&lt;/button&gt;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`register('name')` возвращает набор свойств (`name`, `onChange`, `onBlur`, `ref`), которые «подключают» обычный инпут к форме. Значение реально живёт в DOM, а RHF читает его по требованию.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Сравнение подходов: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Сравнение подходов: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20140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Критерий | Контролируемые формы (`useState`) | `react-hook-form`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---------- | ----------------------------------- | -------------------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Значение поля | В состоянии React | В DOM (через ref)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Ререндеры | На каждый ввод | Только при ошибках/нужных данных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Валидация | Вручную | Через схему (`zod`) или правила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Ошибки | Пишем сами | `formState.errors`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Динамические поля | Громоздко | `useFieldArray`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212529"/>
                </a:solidFill>
                <a:latin typeface="Segoe UI"/>
              </a:rPr>
              <a:t>Производительность на больших формах | Падает | Стабильная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Таблица — справочник ключевых значений раздела.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Введение: проблема контролируемых форм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маленькой формы с одним-двумя полями контролируемый подход абсолютно нормален. Для настоящих форм входа, регистрации и редактирования данных используйте `react-hook-form`.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Основы `react-hook-form`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Основы `react-hook-form` — ключевая тема раздела.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Установка библиотеки.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 библиотеки.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`react-hook-form` — управление формой;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`zod` — описание схем валидации;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`@hookform/resolvers` — «мостик» между RHF и `zod` (понадобится в разделе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react-hook-form zod@^4 @hookform/resolvers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Важно: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примеры курса рассчитаны на `zod` версии 4.x — именно в ней появились `z.email()` и новый формат сообщений. Команда выше фиксирует версию (`zod@^4`); проверить установленное можно командой `npm ls zod`.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`useForm`, `register`, `handleSubmit`.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Важно: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`useForm`, `register`, `handleSubmit`.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Тип значений формы.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LoginFormValues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password: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LoginForm()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register, handleSubmit } = useForm&lt;LoginFormValues&gt;();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(data: LoginFormValues)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console.log('Данные формы:', 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 id="email" type="email" {...register('email')}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htmlFor="password"&gt;Пароль&lt;/label&gt;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 id="password" type="password" {...register('password')}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type="submit"&gt;Войти&lt;/button&gt;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 ключевые элементы: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`useForm&lt;LoginFormValues&gt;()` — создаёт «менеджер формы»; дженерик задаёт тип значений.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`register('email')` — регистрирует поле с именем `email` в форме.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`handleSubmit(onSubmit)` — оборачивает обработчик: сначала запускает валидацию, и только если она успешна, вызывает `onSubmit` с данными.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Важно: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не забудьте про `noValidate` на форме, если хотите, чтобы валидацию выполнял `zod`, а не встроенные подсказки браузера: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Важно: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`defaultValues` и начальные значения.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Начальные значения задаются один раз в `useForm`. Это делает форму предсказуемой и позволяет RHF корректно определять «изменённость» полей.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делает форму предсказуемой и позволяет RHF корректно определять «изменённость» полей.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`defaultValues` и начальные значения.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&lt;form onSubmit={handleSubmit(onSubmit)} noValidate&gt;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редактирования существующей сущности `defaultValues` заполняют данными с сервера: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 register, handleSubmit } = useForm&lt;FormValues&gt;({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defaultValues: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email: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role: 'student',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subscribed: false,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`formState.errors` — вывод ошибок.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Объект `formState.errors` содержит ошибки по именам полей. Выводим сообщение под соответствующим полем.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`formState.errors` — вывод ошибок.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useForm&lt;UserFormValues&gt;({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defaultValues: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user.name,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email: user.email,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FormValues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SimpleValidationForm()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formState: { errors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= useForm&lt;FormValues&gt;();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(data: FormValues) =&gt; console.log(data);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htmlFor="name"&gt;Имя&lt;/label&gt;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{/* Правила можно задавать прямо в register — без схемы.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id="name"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{...register('name',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required: 'Имя обязательно',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minLength: { value: 2, message: 'Минимум 2 символа'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{errors.name &amp;&amp; &lt;p role="alert"&gt;{errors.name.message}&lt;/p&gt;}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{...register('email', { required: 'Email обязателен' })}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{errors.email &amp;&amp; &lt;p role="alert"&gt;{errors.email.message}&lt;/p&gt;}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type="submit"&gt;Сохранить&lt;/button&gt;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 на `role="alert"` — скринридер объявит ошибку, когда она появится. Это простая и важная часть доступности.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`isSubmitting` — блокировка кнопки.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Пока идёт отправка, кнопку блокируют, чтобы пользователь не отправил форму дважды.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простая и важная часть доступности.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`isSubmitting` — блокировка кнопки.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`isSubmitting` становится `true` на время выполнения асинхронного `onSubmit` и возвращается в `false` после завершения.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`watch` — наблюдение за значением.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`watch` возвращает текущее значение поля и обновляет компонент при его изменении. Используйте его, когда значение нужно отобразить или от него зависит разметка.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`watch` — наблюдение за значением.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formState: { errors, isSubmitting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= useForm&lt;FormValues&gt;();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onSubmit = async (data: 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await api.save(data); // RHF сам установит isSubmitting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&lt;form onSubmit={handleSubmit(onSubmit)}&gt;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{/* …поля…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&lt;button type="submit" disabled={isSubmitting}&gt;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{isSubmitting ? 'Отправка…' : 'Отправить'}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`watch` удобен, но вызывает ререндер на каждый ввод. Если значение нужно только для проверки при отправке, `watch` не требуется.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Основы `react-hook-form`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 register, watch } = useForm&lt;FormValues&gt;({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defaultValues: { password: ''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password = watch('password');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&lt;input type="password" {...register('password')}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&lt;p&gt;Длина пароля: {password.length}&lt;/p&gt;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Валидация с `zod`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Валидация с `zod` — ключевая тема раздела.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Зачем нужна схема.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Правила валидации, разбросанные по `register`, быстро становятся нечитаемыми. Кроме того, те же правила нужны на сервере и при вводе, и при отправке. Схема — это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единое описание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того, какие данные считаются корректными.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`zod` — библиотека описания схем и вывода типов TypeScript из них. Одна схема даёт и валидацию, и тип.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`z.object`, строки и числа.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нужна схема. Правила валидации, разбросанные по `register`, быстро становятся нечитаемыми.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Схема — это единое описание того, какие данные считаются корректными.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Зачем нужна схема.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единое описание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`z.object`, строки и числа.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`z.string()`, `z.number()`, `z.boolean()` — базовые типы. К ним можно добавлять проверки цепочкой: `.min()`, `.max()`, `.int()`, `.regex()`.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`min`/`max`, `email`.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`zod` 4 для строковых форматов есть сокращённые конструкторы верхнего уровня, например `z.email()`.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`min`/`max`, `email`.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src/features/user/userSchema.ts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userSchema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name: z.string().min(2, 'Имя должно содержать минимум 2 символа'),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age: z.number().int('Возраст должен быть целым числом').min(18, 'Возраст — от 18 лет'),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score: z.number().min(0, 'Балл не может быть отрицательным').max(100, 'Балл не больше 100'),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Сообщения об ошибках на русском.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Вторым параметром проверки передаётся сообщение — оно попадёт в `errors.&lt;поле&gt;.message` и будет показано пользователю.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Сообщения об ошибках на русском.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contactSchema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Сокращённый способ для email (zod 4).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z.email('Некорректный адрес электронной почты'),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Так тоже можно: z.string().email('…').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backupEmail: z.string().email('Некорректный адрес электронной почты'),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phone: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.string()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.regex(/^\+7\d{10}$/, 'Формат телефона: +71234567890'),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nickname: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.string()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.min(3, 'Минимум 3 символа')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.max(20, 'Максимум 20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В `zod` 4 сообщение можно передать строкой (`'Введите название'`) или объектом (`{ error: 'Введите название' }`). Строка короче и удобнее в большинстве случаев.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`refine` для подтверждения пароля.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Проверки отдельных полей не знают друг о друге. Чтобы сравнить два поля, применяют `.refine()` к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объекту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`refine` для подтверждения пароля.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объекту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title: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.string()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.min(1, 'Введите название')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.max(100, 'Название не длиннее 100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count: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.number({ error: 'Введите число'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.min(1, 'Минимум 1')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.max(1000, 'Максимум 1000'),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`path: ['confirmPassword']` указывает, к какому полю «привязать» ошибку, — тогда сообщение выводится под нужным input.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`z.infer` — тип из схемы.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Главное преимущество `zod` в TypeScript: тип выводится из схемы автоматически, и его не нужно дублировать.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`z.infer` — тип из схемы.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src/features/registration/registrationSchema.ts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registrationSchema =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password: z.string().min(8, 'Пароль должен содержать минимум 8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confirmPassword: z.string().min(1, 'Подтвердите пароль'),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.refine((data) =&gt; data.password === data.confirmPassword,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Сообщение появится именно под полем confirmPassword.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message: 'Пароли не совпадают',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['confirmPassword'],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правило меняется — меняется только схема, а тип обновляется сам. Рассинхронизация между валидацией и типами становится невозможной.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Валидация с `zod`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loginSchema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z.email('Некорректный email'),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password: z.string().min(8, 'Минимум 8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Тип, выведенный из схемы. Эквивалент { email: string; password: string }.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LoginFormValues = z.infer&lt;typeof loginSchema&gt;;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Интеграция `zodResolver`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Интеграция `zodResolver` — ключевая тема раздела.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Чтобы связать схему `zod` с `react-hook-form`, нужен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resolver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— адаптер из пакета `@hookform/resolvers`.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resolver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 @hookform/resolvers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src/features/login/LoginForm.tsx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zodResolver } from '@hookform/resolvers/zod';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1. Схема валидации.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loginSchema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z.email('Некорректный email'),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password: z.string().min(8, 'Пароль должен содержать минимум 8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2. Тип выводим из схемы.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LoginFormValues = z.infer&lt;typeof loginSchema&gt;;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LoginForm()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3. Передаём resolver и тип в useForm.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formState: { errors, isSubmitting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= useForm&lt;LoginFormValues&gt;({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resolver: zodResolver(loginSchema),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defaultValues: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email: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password: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async (data: LoginFormValues)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new Promise((resolve) =&gt; setTimeout(resolve, 1000));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console.log('Отправлено:', 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aria-invalid={errors.email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{...register('email')}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{errors.email &amp;&amp; &lt;p role="alert"&gt;{errors.email.message}&lt;/p&gt;}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htmlFor="password"&gt;Пароль&lt;/label&gt;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autoComplete="current-password"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aria-invalid={errors.password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{...register('password')}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{errors.password &amp;&amp; &lt;p role="alert"&gt;{errors.password.message}&lt;/p&gt;}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 disabled={isSubmitting}&gt;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{isSubmitting ? 'Вход…' : 'Войти'}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Интеграция `zodResolver`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`zodResolver(loginSchema)` перехватывает валидацию: RHF вызывает схему, получает ошибки и раскладывает их по `formState.errors`. Нам не нужно писать ни одной проверки вручную.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`Controller` для нестандартных инпутов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`Controller` для нестандартных инпутов — ключевая тема раздела.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`register` работает с обычными HTML-элементами (`input`, `select`, `textarea`). Но есть «нестандартные» поля: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компоненты сторонних UI-библиотек;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маски и специальные виджеты;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поля, которым нужен полный контроль значения.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Для них в RHF есть компонент `Controller`.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Controller,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zodResolver } from '@hookform/resolvers/zod';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profileSchema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nickname: z.string().min(3, 'Минимум 3 символа'),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role: z.enum(['student', 'teacher', 'admin'],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error: 'Выберите роль',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rating: z.number().min(1, 'Поставьте оценку от 1 до 5').max(5, 'Максимум 5'),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ProfileFormValues = z.infer&lt;typeof profileSchema&gt;;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ProfileForm()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control,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watch,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formState: { errors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= useForm&lt;ProfileFormValues&gt;({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resolver: zodResolver(profileSchema),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defaultValues: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nickname: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role: 'student',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rating: 3,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(data: ProfileFormValues) =&gt; console.log(data);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Обычное поле — register.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htmlFor="nickname"&gt;Никнейм&lt;/label&gt;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 id="nickname" {...register('nickname')}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{errors.nickname &amp;&amp; &lt;p role="alert"&gt;{errors.nickname.message}&lt;/p&gt;}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Сложное поле — Controller.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htmlFor="role"&gt;Роль&lt;/label&gt;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&lt;Controller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name="role"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control={control}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render={({ field }) =&gt; (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&lt;select id="role" {...field}&gt;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value="student"&gt;Студент&lt;/option&gt;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value="teacher"&gt;Преподаватель&lt;/option&gt;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&lt;option value="admin"&gt;Администратор&lt;/option&gt;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&lt;/select&gt;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{errors.role &amp;&amp; &lt;p role="alert"&gt;{errors.role.message}&lt;/p&gt;}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Пример нестандартного виджета: ползунок.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htmlFor="rating"&gt;Оценка: {watch('rating')}&lt;/label&gt;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&lt;Controller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name="rating"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control={control}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render={({ field })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id="rating"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type="range"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min={1}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max={5}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value={field.value}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onBlur={field.onBlur}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onChange={(event) =&gt; field.onChange(Number(event.target.value))}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{errors.rating &amp;&amp; &lt;p role="alert"&gt;{errors.rating.message}&lt;/p&gt;}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type="submit"&gt;Сохранить&lt;/button&gt;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`Controller` для нестандартных инпутов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В `render` приходит объект `field` со свойствами `value`, `onChange`, `onBlur`, `name`, `ref`. Достаточно передать их в компонент — и он станет частью формы. Обратите внимание: для `range` значение приходит строкой, поэтому его преобразуют в число через `Number(...)`.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Работа с состоянием формы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Работа с состоянием формы — ключевая тема раздела.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`reset` и `setValue`.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`reset` возвращает форму к начальным (или новым) значениям, `setValue` — программно устанавливает значение одного поля.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`reset` и `setValue`.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reset,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setValue,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formState: { isSubmitting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= useForm&lt;ProfileFormValues&gt;({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resolver: zodResolver(profileSchema),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defaultValues: { nickname: '', role: 'student', rating: 3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После успешной отправки очищаем форму.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onSubmit = async (data: ProfileFormValues)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await api.save(data);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reset();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Кнопка «Заполнить тестовыми данными».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fillDemo =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reset({ nickname: 'student_demo', role: 'student', rating: 5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Программно поправить одно поле.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clearNickname = () =&gt; {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setValue('nickname', '', { shouldValidate: true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Режимы валидации.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 умолчанию RHF проверяет поле при отправке (`onSubmit`). Режим можно изменить: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Режимы валидации.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Доступные значения `mode`: `onSubmit`, `onBlur`, `onChange`, `onTouched`, `all`. Для дружелюбных форм часто берут `onTouched` — ошибка появляется, когда пользователь закончил ввод.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Серверные ошибки через `setError`.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Иногда ошибку возвращает сервер (например, email уже занят). Её показывают тем же механизмом ошибок.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Для дружелюбных форм часто берут `onTouched` — ошибка появляется, когда пользователь закончил ввод.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Серверные ошибки через `setError`.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useForm&lt;FormValues&gt;({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resolver: zodResolver(schema),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Первая проверка поля — при потере фокуса.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mode: 'onBlur',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Повторная проверка уже «тронутого» поля — при вводе.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reValidateMode: 'onChange',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Пользователь увидит сообщение под полем `email` — как обычную ошибку валидации.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Работа с состоянием формы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{ setError } = useForm&lt;LoginFormValues&gt;({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resolver: zodResolver(loginSchema),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onSubmit = async (data: LoginFormValues)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try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api.login(data);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catch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Привязываем сообщение сервера к конкретному полю.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setError('email',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type: 'server',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message: 'Пользователь с таким email уже зарегистрирован',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Продвинутые приёмы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Продвинутые приёмы — ключевая тема раздела.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Динамические поля (`useFieldArray`).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Если полей заранее неизвестное количество (например, список навыков), используется `useFieldArray`.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Динамические поля (`useFieldArray`).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useFieldArray,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zodResolver } from '@hookform/resolvers/zod';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skillsSchema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skills: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.array(z.string().min(2, 'Минимум 2 символа'))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.min(1, 'Добавьте хотя бы один навык'),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SkillsFormValues = z.infer&lt;typeof skillsSchema&gt;;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SkillsForm()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register, control, handleSubmit, formState: { errors } } = useForm&lt;SkillsFormValues&gt;({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resolver: zodResolver(skillsSchema),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defaultValues: { skills: ['']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fields — для рендера; append/remove — для изменения списка.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 fields, append, remove } = useFieldArray({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control,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'skills',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(data: SkillsFormValues) =&gt; console.log(data);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&lt;h3&gt;Навыки&lt;/h3&gt;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{fields.map((field, index)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key={field.id} className="skill-row"&gt;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{...register(`skills.${index}`)}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placeholder="Название навыка"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type="button" onClick={() =&gt; remove(index)} aria-label="Удалить навык"&gt;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×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{errors.skills?.message &amp;&amp; &lt;p role="alert"&gt;{errors.skills.message}&lt;/p&gt;}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type="button" onClick={() =&gt; append('')}&gt;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+ Добавить навык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type="submit"&gt;Сохранить&lt;/button&gt;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Ключевой момент — `key={field.id}`: RHF выдаёт стабильный `id` для каждой строки, поэтому элементы списка не «перепутываются» при удалении.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Многошаговая форма с пошаговой валидацией.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Форму можно разбить на шаги. Текущий шаг хранят в обычном `useState`, а валидацию конкретных полей вызывают через `trigger`.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Многошаговая форма с пошаговой валидацией.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zodResolver } from '@hookform/resolvers/zod';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const checkoutSchema = z.object({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firstName: z.string().min(2, 'Имя обязательно'),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lastName: z.string().min(2, 'Фамилия обязательна'),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email: z.email('Некорректный email'),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address: z.string().min(5, 'Укажите адрес'),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type CheckoutFormValues = z.infer&lt;typeof checkoutSchema&gt;;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CheckoutForm()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[step, setStep] = useState(1);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trigger,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formState: { errors, isSubmitting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= useForm&lt;CheckoutFormValues&gt;({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resolver: zodResolver(checkoutSchema),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mode: 'onTouched',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defaultValues: { firstName: '', lastName: '', email: '', address: ''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Проверяем только поля текущего шага.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nextStep = async ()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const isValid = await trigger(['firstName', 'lastName', 'email']);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if (isValid) setStep(2);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async (data: CheckoutFormValues)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new Promise((resolve) =&gt; setTimeout(resolve, 800));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console.log('Заказ оформлен:', 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&lt;p&gt;Шаг {step} из 2&lt;/p&gt;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{step === 1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htmlFor="firstName"&gt;Имя&lt;/label&gt;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 id="firstName" {...register('firstName')} /&gt;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{errors.firstName &amp;&amp; &lt;p role="alert"&gt;{errors.firstName.message}&lt;/p&gt;}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htmlFor="lastName"&gt;Фамилия&lt;/label&gt;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 id="lastName" {...register('lastName')}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{errors.lastName &amp;&amp; &lt;p role="alert"&gt;{errors.lastName.message}&lt;/p&gt;}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 id="email" type="email" {...register('email')}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{errors.email &amp;&amp; &lt;p role="alert"&gt;{errors.email.message}&lt;/p&gt;}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type="button" onClick={nextStep}&gt;Далее&lt;/button&gt;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{step === 2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&lt;label htmlFor="address"&gt;Адрес доставки&lt;/label&gt;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&lt;input id="address" {...register('address')}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{errors.address &amp;&amp; &lt;p role="alert"&gt;{errors.address.message}&lt;/p&gt;}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type="button" onClick={() =&gt; setStep(1)}&gt;Назад&lt;/button&gt;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&lt;button type="submit" disabled={isSubmitting}&gt;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{isSubmitting ? 'Отправка…' : 'Оформить заказ'}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Продвинутые приёмы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`trigger(['firstName', 'lastName', 'email'])` запускает валидацию только перечисленных полей и возвращает `true`/`false`. Так пользователь не видит ошибок будущих шагов раньше времени.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Практика: форма регистрации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Практика: форма регистрации — ключевая тема раздела.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Соберём полноценную форму регистрации: имя, email, пароль, подтверждение пароля, согласие с условиями.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1. Схема валидации.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1. Схема валидации.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src/features/registration/registrationSchema.ts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 } from 'zod';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const registrationSchema =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.object({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Имя: от 2 до 50 символов.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name: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.string()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.min(2, 'Имя должно содержать минимум 2 символа')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.max(50, 'Имя не должно превышать 50 символов'),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Email: специальный конструктор zod 4.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email: z.email('Введите корректный email'),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Пароль: длина и требования к составу.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password: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.string()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.min(8, 'Пароль должен содержать минимум 8 символов')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.regex(/[A-Z]/, 'Пароль должен содержать заглавную букву')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.regex(/[a-z]/, 'Пароль должен содержать строчную букву')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.regex(/[0-9]/, 'Пароль должен содержать цифру'),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Подтверждение пароля проверяется ниже через refine.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confirmPassword: z.string().min(1, 'Подтвердите пароль'),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Согласие с условиями: должен быть отмечен чекбокс.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acceptTerms: z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.boolean()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.refine((value) =&gt; value, 'Необходимо принять условия использования'),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Сравнение паролей на уровне всего объекта.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.refine((data) =&gt; data.password === data.confirmPassword,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message: 'Пароли не совпадают',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path: ['confirmPassword'],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Тип значений формы выводится из схемы — вручную писать не нужно.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type RegistrationFormValues = z.infer&lt;typeof registrationSchema&gt;;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2. Небольшой компонент для вывода ошибки.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2. Небольшой компонент для вывода ошибки.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3. Компонент формы.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3. Компонент формы.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src/components/FieldError.tsx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interface FieldErrorProps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id: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message?: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FieldError({ id, message }: FieldErrorProps)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if (!message) return null;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&lt;p className="field-error" id={id} role="alert"&gt;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{message}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src/features/registration/RegistrationForm.tsx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useState } from 'react';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useForm } from 'react-hook-form';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zodResolver } from '@hookform/resolvers/zod';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registrationSchema,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type RegistrationFormValues,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 from './registrationSchema';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FieldError } from '../../components/FieldError';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function RegistrationForm()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[successMessage, setSuccessMessage] = useState&lt;string | null&gt;(null);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register,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handleSubmit,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watch,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reset,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formState: { errors, isSubmitting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 = useForm&lt;RegistrationFormValues&gt;({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Связываем форму со схемой zod.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resolver: zodResolver(registrationSchema),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defaultValues: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name: '',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email: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password: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confirmPassword: '',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acceptTerms: false,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Проверяем поле после того, как пользователь его «тронул».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mode: 'onTouched',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Наблюдаем за паролем, чтобы показать требования в реальном времени.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password = watch('password');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onSubmit = async (data: RegistrationFormValues) =&gt;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setSuccessMessage(null);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Имитация запроса на сервер.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await new Promise((resolve) =&gt; setTimeout(resolve, 1000));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console.log('Регистрация:', data);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setSuccessMessage('Регистрация прошла успешно!');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reset();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};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// Требования к паролю: { текст, выполнено 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const passwordChecks = [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label: 'Минимум 8 символов', passed: password.length &gt;= 8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label: 'Заглавная буква', passed: /[A-Z]/.test(password)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label: 'Строчная буква', passed: /[a-z]/.test(password)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{ label: 'Цифра', passed: /[0-9]/.test(password) },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];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&lt;form className="registration-form" onSubmit={handleSubmit(onSubmit)} noValidate&gt;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&lt;h2&gt;Регистрация&lt;/h2&gt;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Имя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className="form-group"&gt;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htmlFor="name"&gt;Имя&lt;/label&gt;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id="name"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type="text"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autoComplete="name"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aria-invalid={errors.name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aria-describedby={errors.name ? 'name-error' : undefined}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{...register('name')}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&lt;FieldError id="name-error" message={errors.name?.message}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Email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className="form-group"&gt;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htmlFor="email"&gt;Email&lt;/label&gt;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autoComplete="email"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aria-invalid={errors.email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aria-describedby={errors.email ? 'email-error' : undefined}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{...register('email')}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&lt;FieldError id="email-error" message={errors.email?.message}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Пароль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className="form-group"&gt;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htmlFor="password"&gt;Пароль&lt;/label&gt;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autoComplete="new-password"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aria-invalid={errors.password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aria-describedby={errors.password ? 'password-error' : undefined}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{...register('password')}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&lt;FieldError id="password-error" message={errors.password?.message}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{/* Индикатор требований к паролю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&lt;ul className="password-requirements"&gt;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{passwordChecks.map((check) =&gt;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&lt;li key={check.label} className={check.passed ? 'passed' : ''}&gt;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  {check.passed ? '✓' : '○'} {check.label}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&lt;/li&gt;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))}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&lt;/ul&gt;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Подтверждение пароля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className="form-group"&gt;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 htmlFor="confirmPassword"&gt;Подтвердите пароль&lt;/label&gt;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&lt;input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id="confirmPassword"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type="password"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autoComplete="new-password"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aria-invalid={errors.confirmPassword ? 'true' : 'false'}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aria-describedby={errors.confirmPassword ? 'confirm-error' : undefined}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{...register('confirmPassword')}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&lt;FieldError id="confirm-error" message={errors.confirmPassword?.message}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Согласие с условиями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&lt;div className="form-group checkbox-group"&gt;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&lt;input type="checkbox" {...register('acceptTerms')} /&gt;Я принимаю условия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использования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&lt;/label&gt;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&lt;FieldError id="terms-error" message={errors.acceptTerms?.message}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Кнопка блокируется на время отправки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&lt;button type="submit" disabled={isSubmitting}&gt;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{isSubmitting ? 'Отправка…' : 'Зарегистрироваться'}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&lt;/button&gt;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{/* Сообщение об успехе */}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{successMessage &amp;&amp;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&lt;p className="success-message" role="status"&gt;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{successMessage}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 (продолжение)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&lt;/form&gt;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Что здесь важно: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Ошибки показываются под полями** — через компонент `FieldError` и `formState.errors`.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Связь ошибки с полем** — `aria-describedby` указывает на сообщение, `aria-invalid` сообщает о невалидности.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Кнопка блокируется** на время отправки через `isSubmitting`.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Схема — единственный источник правил**: и валидация, и типы взяты из `registrationSchema`.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Шаг 4. Подключаем форму в приложении.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Шаг 4. Подключаем форму в приложении.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Запускаем `npm run dev` и открываем http://localhost:5173. Попробуйте отправить пустую форму — под каждым полем появятся понятные сообщения на русском.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Практика: форма регистрации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// src/App.tsx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import { RegistrationForm } from './features/registration/RegistrationForm';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&lt;main className="container"&gt;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&lt;RegistrationForm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&lt;/main&gt;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export default App;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Контролируемые формы (`useState`) перерисовываются на каждый ввод и требуют писать валидацию вручную.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`react-hook-form` оставляет поля неконтролируемыми: значение живёт в DOM, а библиотека читает его по требованию.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`useForm` создаёт менеджер формы; `register` подключает поле; `handleSubmit` валидирует и вызывает обработчик.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`defaultValues` задаёт начальные значения; `formState.errors` хранит ошибки; `isSubmitting` управляет блокировкой кнопки; `watch` наблюдает за значением.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`zod` описывает правила одной схемой: `z.object`, `z.string()`, `z.number()`, `z.email()`, `.min()`, `.max()`, `.regex()`.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Сообщения об ошибках пишутся на русском и передаются вторым аргументом проверки.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`.refine()` проверяет взаимосвязанные поля (например, пароль и подтверждение) и через `path` привязывает ошибку к нужному полю.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`z.infer&lt;typeof schema&gt;` выводит тип TypeScript из схемы — дублировать типы не нужно.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`zodResolver` из `@hookform/resolvers/zod` связывает схему с формой.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`Controller` подключает нестандартные инпуты, которым недостаточно `register`.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`reset`, `setValue`, `setError` управляют состоянием формы, включая серверные ошибки.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`useFieldArray` создаёт динамические списки полей.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`trigger` позволяет валидировать отдельные шаги многошаговой формы.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Контролируемые формы (`useState`) перерисовываются на каждый ввод и требуют писать валидацию вручную.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`react-hook-form` оставляет поля неконтролируемыми: значение живёт в DOM, а библиотека читает его по требованию.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`useForm` создаёт менеджер формы; `register` подключает поле; `handleSubmit` валидирует и вызывает обработчик.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`defaultValues` задаёт начальные значения; `formState.errors` хранит ошибки; `isSubmitting` управляет блокировкой кнопки; `watch` наблюдает за значением.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`zod` описывает правила одной схемой: `z.object`, `z.string()`, `z.number()`, `z.email()`, `.min()`, `.max()`, `.regex()`.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Сообщения об ошибках пишутся на русском и передаются вторым аргументом проверки.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`.refine()` проверяет взаимосвязанные поля (например, пароль и подтверждение) и через `path` привязывает ошибку к нужному полю.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проблема контролируемых форм на `useState` при большом количестве полей?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`react-hook-form` избегает ререндера на каждый ввод?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возвращает `register('field')` и как это связывает инпут с формой?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делает `handleSubmit` и в каком случае вызывается переданный ей обработчик?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нужны `defaultValues`? Как их использовать при редактировании существующей сущности?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вывести сообщение об ошибке под конкретным полем? Зачем нужны `role="alert"` и `aria-describedby`?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`isSubmitting` и как связать его с блокировкой кнопки?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Когда нужен `watch` и почему его не стоит использовать без необходимости?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Зачем описывать правила валидации отдельной схемой `zod`?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 `zod` задать сообщение об ошибке на русском языке? Приведите пример для `min`.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Чем `z.email('…')` отличается от `z.string().email('…')`?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проверить, что пароль и подтверждение пароля совпадают? Что делает `path` в `.refine()`?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`z.infer&lt;typeof schema&gt;` и почему это удобно?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связать схему `zod` с `react-hook-form`? Какой пакет для этого нужен?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Когда вместо `register` следует использовать `Controller`?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показать ошибку, пришедшую с сервера? Какой метод для этого применяется?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Для чего нужен `useFieldArray` и почему важен `key={field.id}`?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реализовать многошаговую форму с валидацией только текущего шага?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Полный код примера — в репозитории раздела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