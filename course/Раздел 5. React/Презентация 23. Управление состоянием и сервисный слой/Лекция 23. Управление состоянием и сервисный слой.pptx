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FD4E8"/>
                </a:solidFill>
                <a:latin typeface="Segoe UI"/>
              </a:rPr>
              <a:t>ИП 242 / ИП 245 / ИП 246 · Раздел 5. React · 2 академических часа (90 мин)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9FC5E6"/>
                </a:solidFill>
                <a:latin typeface="Segoe UI"/>
              </a:rPr>
              <a:t>Лекция 23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Управление состоянием и сервисный слой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E4F0"/>
                </a:solidFill>
                <a:latin typeface="Segoe UI"/>
              </a:rPr>
              <a:t>Каждый слайд содержит выделенный блок “ЧТО ЗАКОНСПЕКТИРОВАТЬ” — определения и ключевые термины, которые студенты записывают в конспект.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ЦЕЛЬ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Разобраться, чем локальное состояние отличается от глобального, научиться выбирать подходя…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2529"/>
                </a:solidFill>
                <a:latin typeface="Segoe UI"/>
              </a:rPr>
              <a:t>Разобраться, чем локальное состояние отличается от глобального, научиться выбирать подходящий инструмент (Context + useReducer, Zustand), освоить построение сервисного слоя для работы с сервером и отделение логики данных от UI-компонентов.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2920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3892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Разобраться, чем локальное состояние отличается от глобального, научиться выбирать подходящий инструмент (Context + useReducer, Zustand), освоить построение сервисного слоя для работы с сервером и отделение логики данных от UI-компонентов.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Кому предназначена лекция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529"/>
                </a:solidFill>
                <a:latin typeface="Segoe UI"/>
              </a:rPr>
              <a:t>Студенты, изучившие хуки, контекст и маршрутизацию (лекции 18, 19, 22). Требуется уверенное владение TypeScript.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Требования: пройдены предыдущие лекции раздела React.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ПЛАН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 чём пойдёт речь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1. Локальное и глобальное состояние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2. Context и `useReducer`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3. Zustand — компактный глобальный стор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4. Сервисный слой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5. Сравнение подходов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6. Практика: корзина товаров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План лекции — последовательность тем, которые разбираются на паре (90 мин).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Локальное и глобальное состояние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Локальное и глобальное состояние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Локальное и глобальное состояние — ключевая тема раздела.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Локальное и глобальное состояние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Состояние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это данные, от которых зависит отрисованный интерфейс. Когда состояние меняется, React перерисовывает затронутые компоненты.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Состояние бывает двух видов: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Состояние — это данные, от которых зависит отрисованный интерфейс.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Состояние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Локальное и глобальное состояние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Локальное** — нужно только одному компоненту или небольшой группе рядом. Например, значение поля ввода, открыт ли выпадающий список, активная вкладка.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Глобальное** — нужно разным, далеко расположенным частям приложения. Например, данные текущего пользователя, корзина покупок, выбранная тема оформления.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Локальное и глобальное состояние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Когда достаточно `useState`.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Если данные использует один компонент — никакой общей инфраструктуры не нужно: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Когда достаточно `useState`.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Локальное и глобальное состояние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«Поднятие состояния» (lifting state up).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Если данные нужны двум соседним компонентам, состояние переносят в их общего родителя и передают вниз через props. Это самый простой способ «поделиться» состоянием, и он предпочтителен, пока дерево неглубокое.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самый простой способ «поделиться» состоянием, и он предпочтителен, пока дерево неглубокое.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«Поднятие состояния» (lifting state up).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Локальное и глобальное состояние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SearchInput()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[query, setQuery] = useState('')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value={query}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onChange={(e) =&gt; setQuery(e.target.value)}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placeholder="Поиск"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Локальное и глобальное состояние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Когда нужен глобальный стор.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Проблемы начинаются, когда: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Когда нужен глобальный стор.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Локальное и глобальное состояние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Parent()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[filter, setFilter] = useState('all')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&lt;FilterSelect value={filter} onChange={setFilter}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&lt;ProductList filter={filter}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Локальное и глобальное состояние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состояние нужно компонентам в разных ветках дерева (профиль в шапке и настройки в модальном окне);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данные приходится «протаскивать» через много промежуточных компонентов, которым они не нужны (props drilling);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одну и ту же логику изменения состояния используют несколько мест.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Локальное и глобальное состояние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Тогда применяют Context, Zustand или специализированный инструмент для серверных данных.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Context и `useReducer`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Context и `useReducer` — ключевая тема раздела.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Зачем нужен reducer.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Когда состояние сложное (несколько связанных полей) и меняется по-разному, вместо множества `useState` удобно описать все изменения одной функцией-редьюсером. Reducer — чистая функция `(state, action) =&gt; newState`, которая по типу действия возвращает новое состояние.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Зачем нужен reducer.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useReducer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1. Тип состояния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CounterState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count: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step: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2. Типы действий — объединение (union) с диcкриминантом type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type CounterAction =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| { type: 'increment'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| { type: 'decrement'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| { type: 'setStep'; payload: number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| { type: 'reset'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3. Reducer: всегда возвращает новое состояние, ничего не мутирует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counterReducer(state: CounterState, action: CounterAction): CounterState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switch (action.type)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case 'increment':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{ ...state, count: state.count + state.step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case 'decrement':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{ ...state, count: state.count - state.step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case 'setStep':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{ ...state, step: action.payload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case 'reset':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{ count: 0, step: 1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default: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state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Использование: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Ключевые правила reducer: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Counter()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[state, dispatch] = useReducer(counterReducer, { count: 0, step: 1 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&lt;p&gt;Значение: {state.count} (шаг {state.step})&lt;/p&gt;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onClick={() =&gt; dispatch({ type: 'increment' })}&gt;+&lt;/button&gt;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onClick={() =&gt; dispatch({ type: 'decrement' })}&gt;−&lt;/button&gt;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onClick={() =&gt; dispatch({ type: 'setStep', payload: 5 })}&gt;Шаг 5&lt;/button&gt;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onClick={() =&gt; dispatch({ type: 'reset' })}&gt;Сброс&lt;/button&gt;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функция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чистая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: без запросов, `console.log` и случайных чисел;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состояние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не мутируется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всегда создаётся новый объект через spread;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TypeScript сам подскажет допустимые `type` и `payload`, если объявить union действий.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чистая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не мутируется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Комбинация Context + useReducer.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Context передаёт состояние и `dispatch` вниз без props drilling, reducer описывает изменения. Вместе они образуют простой глобальный стор на встроенных средствах React.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Комбинация Context + useReducer.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src/cart/CartContext.tsx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createContext, useContext, useReducer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Dispatch, ReactNode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interface CartItem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title: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price: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quantity: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CartState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items: CartItem[]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type CartAction =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| { type: 'add'; item: Omit&lt;CartItem, 'quantity'&gt;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| { type: 'remove'; id: number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| { type: 'clear'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cartReducer(state: CartState, action: CartAction): CartState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switch (action.type)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case 'add':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const existing = state.items.find((item) =&gt; item.id === action.item.id)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if (existing)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return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items: state.items.map((item)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item.id === action.item.id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? { ...item, quantity: item.quantity + 1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: item,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{ items: [...state.items, { ...action.item, quantity: 1 }]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case 'remove':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{ items: state.items.filter((item) =&gt; item.id !== action.id)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case 'clear':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{ items: []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default: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state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CartContextValue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state: CartState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dispatch: Dispatch&lt;CartAction&gt;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CartContext = createContext&lt;CartContextValue | null&gt;(null)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CartProvider({ children }: { children: ReactNode })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[state, dispatch] = useReducer(cartReducer, { items: [] 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&lt;CartContext.Provider value={{ state, dispatch }}&gt;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{children}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&lt;/CartContext.Provider&gt;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useCart()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context = useContext(CartContext)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(!context)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throw new Error('useCart должен использоваться внутри CartProvider')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context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Компонент обращается к состоянию и меняет его через `dispatch`: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Ограничения подхода.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Ограничения подхода.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CartBadge()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state } = useCart()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total = state.items.reduce((sum, item) =&gt; sum + item.quantity, 0)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&lt;span className="badge"&gt;{total}&lt;/span&gt;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Context не оптимизирует ререндеры: при изменении значения провайдера перерисовываются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все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потребители контекста, даже если им нужна лишь часть данных.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Чем больше свойств в контексте, тем чаще лишние обновления. Приходится дробить контексты (состояние отдельно, `dispatch` отдельно).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Логика изменения состояния живёт в reducer — это хорошо, но типизация union-действий быстро разрастается.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Логика изменения состояния живёт в reducer — это хорошо, но типизация union-действий быстро разрастается.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Context и `useReducer`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Для небольших приложений и редко меняющихся данных (тема, язык, данные пользователя) Context + useReducer — отличный выбор. Для часто меняющегося состояния удобнее Zustand.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Zustand — компактный глобальный стор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Zustand — компактный глобальный стор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Zustand — компактный глобальный стор — ключевая тема раздела.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Zustand — компактный глобальный стор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Zustand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небольшая библиотека для глобального состояния. Главные идеи: стор — это хук, состояние и действия лежат вместе, а компонент подписывается только на нужные ему кусочки.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Установка: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Zustand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Установка: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Zustand — компактный глобальный стор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Создание стора.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Функция `create` принимает колбэк, который получает `set` (изменить состояние) и `get` (прочитать актуальное состояние) и возвращает объект с состоянием и actions. Двойные скобки `create&lt;T&gt;()(...)` — это каррирование, нужное TypeScript для вывода типов.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Двойные скобки `create&lt;T&gt;()(...)` — это каррирование, нужное TypeScript для вывода типов.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Создание стора.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Zustand — компактный глобальный стор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install zustand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Zustand — компактный глобальный стор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src/store/counterStore.ts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create } from 'zustand'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CounterState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count: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step: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increment: () =&gt; void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decrement: () =&gt; void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setStep: (step: number) =&gt; void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reset: () =&gt; void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useCounterStore = create&lt;CounterState&gt;()((set) =&gt; 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Начальное состояние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count: 0,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step: 1,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Действия просто меняют состояние через set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increment: () =&gt; set((state) =&gt; ({ count: state.count + state.step })),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decrement: () =&gt; set((state) =&gt; ({ count: state.count - state.step })),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setStep: (step) =&gt; set({ step }),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reset: () =&gt; set({ count: 0, step: 1 }),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Zustand — компактный глобальный стор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Использование в компоненте: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Zustand — компактный глобальный стор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&gt; Действия (`increment`, `setStep`) не меняются между рендерами, поэтому подписка на них не вызывает лишних обновлений. Их можно безопасно выбирать по одному.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Селекторы и оптимизация ререндеров.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Селектор — функция, которая из всего стора выбирает нужный фрагмент. Компонент перерисовывается только когда изменилось именно выбранное значение. Несколько значений удобно выбрать одним вызовом с `useShallow`, который сравнивает результат поверхностно: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Селекторы и оптимизация ререндеров.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Zustand — компактный глобальный стор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Counter()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count = useCounterStore((state) =&gt; state.count)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step = useCounterStore((state) =&gt; state.step)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increment = useCounterStore((state) =&gt; state.increment)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&lt;p&gt;Значение: {count} (шаг {step})&lt;/p&gt;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onClick={increment}&gt;+&lt;/button&gt;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Zustand — компактный глобальный стор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Без `useShallow` селектор, возвращающий новый объект `{ items, clear }`, при каждом рендере создавал бы новую ссылку и вызывал бесконечный цикл. Поэтому объекты и массивы из селектора либо сравнивают поверхностно, либо выбирают по одному полю, либо вычисляют производные значения через `useMemo`.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Производные значения.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Если значение можно вычислить из состояния (сумма, количество), его не хранят отдельно, а вычисляют: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Производные значения.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Zustand — компактный глобальный стор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useShallow } from 'zustand/react/shallow'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CartSummary()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items, clear } = useCartStore(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useShallow((state) =&gt; ({ items: state.items, clear: state.clear })),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&lt;p&gt;Товаров: {items.length}&lt;/p&gt;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onClick={clear}&gt;Очистить&lt;/button&gt;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Zustand — компактный глобальный стор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`persist` — сохранение в localStorage.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Middleware `persist` автоматически сериализует стор в хранилище и восстанавливает его при загрузке. Это удобно для корзины, темы, черновиков форм.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удобно для корзины, темы, черновиков форм.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`persist` — сохранение в localStorage.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Zustand — компактный глобальный стор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total = useCartStore((state)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state.items.reduce((sum, item) =&gt; sum + item.price * item.quantity, 0),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Zustand — компактный глобальный стор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src/store/cartStore.ts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create } from 'zustand'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persist } from 'zustand/middleware'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interface CartItem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title: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price: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quantity: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CartState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items: CartItem[]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addItem: (item: Omit&lt;CartItem, 'quantity'&gt;) =&gt; void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removeItem: (id: number) =&gt; void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clear: () =&gt; void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useCartStore = create&lt;CartState&gt;()(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persist(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(set) =&gt; 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items: [],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addItem: (item)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set((state) =&gt;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Zustand — компактный глобальный стор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const existing = state.items.find((i) =&gt; i.id === item.id)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if (existing)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return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items: state.items.map((i)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i.id === item.id ? { ...i, quantity: i.quantity + 1 } : i,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return { items: [...state.items, { ...item, quantity: 1 }]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removeItem: (id)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set((state) =&gt; ({ items: state.items.filter((i) =&gt; i.id !== id) })),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clear: () =&gt; set({ items: [] }),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name: 'cart-storage', // ключ в localStorage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// Можно сохранять только часть состояния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partialize: (state) =&gt; ({ items: state.items }),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Zustand — компактный глобальный стор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 умолчанию `persist` сохраняет весь стор, включая функции нельзя — они не сериализуются, но Zustand корректно восстанавливает только данные. Поле `partialize` позволяет явно указать, какие данные сохранять.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Преимущества Zustand: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Преимущества Zustand: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Zustand — компактный глобальный стор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минимум шаблонного кода — нет провайдера, нет `dispatch`;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состояние и действия в одном объекте;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точечные подписки через селекторы — меньше лишних ререндеров;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легко тестируется: стор можно использовать вне компонентов;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middleware из коробки: `persist`, `devtools`, `immer`.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Сервисный слой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Сервисный слой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Сервисный слой — ключевая тема раздела.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Сервисный слой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Зачем отделять работу с сервером от компонентов.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Если компонент сам знает адреса эндпоинтов, заголовки и форматы ответов, то: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Зачем отделять работу с сервером от компонентов.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Сервисный слой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логику невозможно переиспользовать в другом компоненте;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при смене адреса API правки нужны в десятках мест;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компонент сложно тестировать — приходится подменять сеть;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разметка и логика данных смешиваются (нарушение Single Responsibility).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Сервисный слой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Сервисный слой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модули, которые инкапсулируют работу с сервером и отдают компонентам уже готовые типизированные данные. Компонент не знает, откуда пришли данные.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Структура.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Обычно создают папку `src/api/` (или `src/services/`):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Сервисный слой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Структура.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Сервисный слой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Экземпляр axios с `baseURL`.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Единая точка настройки клиента: базовый адрес, таймаут, заголовки, перехватчики.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Экземпляр axios с `baseURL`.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Сервисный слой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src/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api/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http.ts            # настроенный экземпляр axios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productsApi.ts     # функции работы с товарами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└── authApi.ts         # функции аутентификации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└── types/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└── api.ts             # общие типы ответов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Сервисный слой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src/api/http.ts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axios from 'axios'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Базовый адрес берём из переменной окружения Vite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API_URL = import.meta.env.VITE_API_URL ?? 'http://localhost:5000/api'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http = axios.create({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baseURL: API_URL,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timeout: 10_000,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headers: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'Content-Type': 'application/json',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Перехватчик запроса: подставляем токен авторизации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http.interceptors.request.use((config)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token = localStorage.getItem('auth_token')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(token)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config.headers.Authorization = `Bearer ${token}`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config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Перехватчик ответа: единая обработка ошибок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Сервисный слой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http.interceptors.response.use(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(response) =&gt; response,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(error)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(error.response?.status === 401)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// Можно перенаправить на страницу входа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console.warn('Требуется авторизация')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Promise.reject(error)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Сервисный слой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Переменные окружения Vite начинаются с `VITE_` и читаются через `import.meta.env`. Типы для них уже подключены шаблоном через `"types": ["vite/client"]` в `tsconfig.app.json`.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Модуль предметной области.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Каждый модуль экспортирует функции и типы: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Модуль предметной области.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Сервисный слой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src/api/productsApi.ts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http } from './http'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interface Product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title: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description: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price: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image: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category: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interface ProductFilters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category?: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search?: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async function fetchProducts(filters: ProductFilters = {}): Promise&lt;Product[]&gt;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data } = await http.get&lt;Product[]&gt;('/products', { params: filters 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data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async function fetchProductById(id: number): Promise&lt;Product&gt;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data } = await http.get&lt;Product&gt;(`/products/${id}`)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Сервисный слой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data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async function createProduct(payload: Omit&lt;Product, 'id'&gt;): Promise&lt;Product&gt;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data } = await http.post&lt;Product&gt;('/products', payload)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data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async function removeProduct(id: number): Promise&lt;void&gt;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await http.delete(`/products/${id}`)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Сервисный слой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Использование в компоненте.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Компонент вызывает сервис и управляет только UI-состоянием (загрузка, ошибка, данные):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Использование в компоненте.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Сервисный слой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src/pages/ProductsPage.tsx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useEffect, useState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fetchProducts } from '../api/productsApi'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Product } from '../api/productsApi'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useCartStore } from '../store/cartStore'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ProductsPage()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[products, setProducts] = useState&lt;Product[]&gt;([])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[isLoading, setIsLoading] = useState(true)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[error, setError] = useState&lt;string | null&gt;(null)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addItem = useCartStore((state) =&gt; state.addItem)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fetchProducts()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.then(setProducts)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.catch(() =&gt; setError('Не удалось загрузить товары'))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.finally(() =&gt; setIsLoading(false))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[])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(isLoading) return &lt;p&gt;Загрузка…&lt;/p&gt;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(error) return &lt;p role="alert"&gt;{error}&lt;/p&gt;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Сервисный слой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&lt;ul className="product-list"&gt;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{products.map((product)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&lt;li key={product.id} className="product-card"&gt;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&lt;h3&gt;{product.title}&lt;/h3&gt;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&lt;p&gt;{product.price.toLocaleString('ru-RU')} ₽&lt;/p&gt;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&lt;button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onClick={()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addItem({ id: product.id, title: product.title, price: product.price 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В корзину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Сервисный слой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Разделение обязанностей: сервис знает про HTTP, стор — про данные корзины, компонент — про разметку и взаимодействие.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Сравнение подходов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Сравнение подходов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Сравнение подходов — ключевая тема раздела.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Сравнение подходов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20140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Инструмент | Какое состояние хранит | Когда выбирать | Особенности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------------ | ------------------------ | ---------------- | -------------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`useState` | Локальное, в одном компоненте | Поля форм, флаги, вкладки | Проще всего, но не делится между компонентами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Поднятие состояния | Общее для соседних компонентов | Неглубокое дерево | Без библиотек, но растёт количество props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Context + `useReducer` | Глобальное, меняется редко | Тема, язык, текущий пользователь | Ререндерит всех потребителей при изменении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12529"/>
                </a:solidFill>
                <a:latin typeface="Segoe UI"/>
              </a:rPr>
              <a:t>Zustand</a:t>
            </a:r>
            <a:r>
              <a:rPr sz="1300" b="0" i="0">
                <a:solidFill>
                  <a:srgbClr val="212529"/>
                </a:solidFill>
                <a:latin typeface="Segoe UI"/>
              </a:rPr>
              <a:t> | Глобальное, меняется часто | Корзина, фильтры, UI-состояние | Селекторы, `persist`, нет провайдера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12529"/>
                </a:solidFill>
                <a:latin typeface="Segoe UI"/>
              </a:rPr>
              <a:t>TanStack Query</a:t>
            </a:r>
            <a:r>
              <a:rPr sz="1300" b="0" i="0">
                <a:solidFill>
                  <a:srgbClr val="212529"/>
                </a:solidFill>
                <a:latin typeface="Segoe UI"/>
              </a:rPr>
              <a:t> | Серверное (данные из API) | Списки, детали, мутации | Кэш, повторные запросы, статусы — раздел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Таблица — справочник ключевых значений раздела.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Сравнение подходов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Важно различать клиентское и серверное состояние.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Важно различать клиентское и серверное состояние.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Сравнение подходов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Клиентское** состояние живёт только в браузере: корзина до оформления, открытые панели, черновик формы. Его хранят в `useState`, Context или Zustand.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Серверное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 состояние — копия данных с сервера: список товаров, профиль, заказы. Для него используют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TanStack Query**, потому что нужно кэширование, повторная загрузка и синхронизация. Подробно этот инструмент разбирается в разделе 7 «Интеграция фронтенда и бекенда».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TanStack Query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Сравнение подходов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Не стоит складывать серверные данные в Zustand — тогда кэш, инвалидация и повторные запросы лягут на вас. Zustand для клиентского, TanStack Query для серверного.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корзина товаров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Практика: корзина товаров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Практика: корзина товаров — ключевая тема раздела.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корзина товаров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Соберём каталог с корзиной: товары загружаются из API, корзина хранится в Zustand и переживает перезагрузку страницы.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Структура: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Структура: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корзина товаров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Стор корзины с производными значениями: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Стор корзины с производными значениями: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корзина товаров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src/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api/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http.ts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└── productsApi.ts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store/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└── cartStore.ts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pages/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ProductsPage.tsx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└── CartPage.tsx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components/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└── CartBadge.tsx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App.tsx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└── main.tsx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корзина товаров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src/store/cartStore.ts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create } from 'zustand'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persist } from 'zustand/middleware'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interface CartItem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title: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price: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quantity: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CartState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items: CartItem[]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addItem: (item: Omit&lt;CartItem, 'quantity'&gt;) =&gt; void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removeItem: (id: number) =&gt; void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updateQuantity: (id: number, quantity: number) =&gt; void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clear: () =&gt; void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useCartStore = create&lt;CartState&gt;()(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persist(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(set) =&gt; 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items: [],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корзина товаров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addItem: (item)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set((state)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const existing = state.items.find((i) =&gt; i.id === item.id)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if (existing)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return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items: state.items.map((i)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i.id === item.id ? { ...i, quantity: i.quantity + 1 } : i,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return { items: [...state.items, { ...item, quantity: 1 }]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removeItem: (id)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set((state) =&gt; ({ items: state.items.filter((i) =&gt; i.id !== id) })),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updateQuantity: (id, quantity)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set((state) =&gt; 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items: state.items.map((i)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i.id === id ? { ...i, quantity: Math.max(1, quantity) } : i,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})),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clear: () =&gt; set({ items: [] }),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корзина товаров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{ name: 'cart-storage', partialize: (state) =&gt; ({ items: state.items })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Селектор для суммы заказа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selectCartTotal = (state: CartState)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state.items.reduce((sum, item) =&gt; sum + item.price * item.quantity, 0)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Селектор для количества позиций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selectCartCount = (state: CartState)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state.items.reduce((sum, item) =&gt; sum + item.quantity, 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корзина товаров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Счётчик в шапке: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Счётчик в шапке: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корзина товаров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Сгенерированная выборочная подписка на число `count` перерисовывает бейдж только при изменении количества, а не при каждом изменении стора.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Страница корзины: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Страница корзины: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корзина товаров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src/components/CartBadge.tsx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useCartStore, selectCartCount } from '../store/cartStore'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CartBadge()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count = useCartStore(selectCartCount)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&lt;span className="cart-badge"&gt;Корзина: {count}&lt;/span&gt;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корзина товаров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src/pages/CartPage.tsx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useCartStore, selectCartTotal } from '../store/cartStore'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CartPage()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items = useCartStore((state) =&gt; state.items)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total = useCartStore(selectCartTotal)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removeItem = useCartStore((state) =&gt; state.removeItem)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updateQuantity = useCartStore((state) =&gt; state.updateQuantity)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clear = useCartStore((state) =&gt; state.clear)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(items.length === 0)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&lt;p&gt;Корзина пуста&lt;/p&gt;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&lt;section className="cart"&gt;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&lt;h1&gt;Корзина&lt;/h1&gt;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{items.map((item)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&lt;li key={item.id} className="cart-row"&gt;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&lt;span&gt;{item.title}&lt;/span&gt;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type="number"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корзина товаров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min={1}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value={item.quantity}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onChange={(e) =&gt; updateQuantity(item.id, Number(e.target.value))}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aria-label={`Количество: ${item.title}`}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&lt;span&gt;{(item.price * item.quantity).toLocaleString('ru-RU')} ₽&lt;/span&gt;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&lt;button onClick={() =&gt; removeItem(item.id)} aria-label={`Удалить ${item.title}`}&gt;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Удалить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 className="cart-total"&gt;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Итого: &lt;strong&gt;{total.toLocaleString('ru-RU')} ₽&lt;/strong&gt;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onClick={clear}&gt;Очистить корзину&lt;/button&gt;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&lt;/section&gt;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корзина товаров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Проверка работы: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1.  `npm run dev` — каталог загружает товары через сервисный модуль;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2.  нажатие «В корзину» увеличивает счётчик в шапке;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3.  страница корзины показывает позиции и сумму;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4.  после перезагрузки страницы корзина сохраняется (благодаря `persist`);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5.  откройте DevTools → Application → Local Storage и найдите ключ `cart-storage`.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Проверка работы: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РЕЗЮМЕ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запомнить с лекции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Локальное состояние живёт в компоненте (`useState`), глобальное — в общем сторе.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Поднятие состояния и Context + useReducer решают задачу общих данных без библиотек, но Context ререндерит всех потребителей.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Zustand: `create&lt;State&gt;()(...)` объединяет состояние и actions, селекторы дают точечные подписки, `persist` сохраняет стор в `localStorage`.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Reducer — чистая функция `(state, action) =&gt; newState`; действия типизируются union-типом.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Сервисный слой (`src/api/`) отделяет работу с сервером от UI: единый axios-клиент с `baseURL`, типизированные функции на каждый эндпоинт.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Клиентское состояние храните в Zustand / Context, серверное — в TanStack Query (раздел 7).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начинайте с `useState` и поднимайте состояние только при реальной необходимости;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вычисляемые значения не храните, а вычисляйте;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в Zustand выбирайте из стора минимум данных; для объектов используйте `useShallow`;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задавайте `partialize`, если не весь стор нужно сохранять;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все обращения к сети держите в сервисных модулях, а не в компонентах;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не смешивайте серверное и клиентское состояние в одном сторе.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Локальное состояние живёт в компоненте (`useState`), глобальное — в общем сторе.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Поднятие состояния и Context + useReducer решают задачу общих данных без библиотек, но Context ререндерит всех потребителей.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Zustand: `create&lt;State&gt;()(...)` объединяет состояние и actions, селекторы дают точечные подписки, `persist` сохраняет стор в `localStorage`.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Reducer — чистая функция `(state, action) =&gt; newState`; действия типизируются union-типом.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Сервисный слой (`src/api/`) отделяет работу с сервером от UI: единый axios-клиент с `baseURL`, типизированные функции на каждый эндпоинт.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Клиентское состояние храните в Zustand / Context, серверное — в TanStack Query (раздел 7).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начинайте с `useState` и поднимайте состояние только при реальной необходимости;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КОНТРОЛЬНЫЕ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Для самопроверки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Чем локальное состояние отличается от глобального? Приведите примеры.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«поднятие состояния» и когда оно перестаёт справляться?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Зачем нужен reducer и какие правила чистоты он должен соблюдать?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типизировать действия reducer в TypeScript?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Какие преимущества даёт комбинация Context + useReducer?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Почему Context ререндерит всех потребителей и как с этим бороться?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создать стор в Zustand? Что такое `set` и `get`?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селектор и как он влияет на количество ререндеров?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Зачем нужен `useShallow` и когда без него возникает бесконечный цикл?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работает middleware `persist`? Для чего нужен `partialize`?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Почему вычисляемые значения (сумма, количество) не хранят в состоянии?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Зачем нужен сервисный слой и какие проблемы он решает?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настроить экземпляр axios с базовым адресом и перехватчиками?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переменные окружения Vite попадают в код? Какой префикс они имеют?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 чём разница между клиентским и серверным состоянием? Какой инструмент для чего предназначен?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Почему не стоит хранить серверные данные в Zustand?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Ответить на все вопросы — критерий завершения лекции.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МАТЕРИАЛЫ ПРЕЗЕНТАЦИИ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Исходники и 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Полный код примера — в репозитории раздела React.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Материалы презентации — ссылки и код для самостоятельного изучения.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