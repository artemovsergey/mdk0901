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FD4E8"/>
                </a:solidFill>
                <a:latin typeface="Segoe UI"/>
              </a:rPr>
              <a:t>ИП 242 / ИП 245 / ИП 246 · Раздел 5. React · 2 академических часа (90 мин)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9FC5E6"/>
                </a:solidFill>
                <a:latin typeface="Segoe UI"/>
              </a:rPr>
              <a:t>Лекция 17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Условный рендеринг и списки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8E4F0"/>
                </a:solidFill>
                <a:latin typeface="Segoe UI"/>
              </a:rPr>
              <a:t>Каждый слайд содержит выделенный блок “ЧТО ЗАКОНСПЕКТИРОВАТЬ” — определения и ключевые термины, которые студенты записывают в конспект.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ЦЕЛЬ 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Научиться управлять тем, что именно попадает в DOM: показывать и скрывать блоки по условию…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12529"/>
                </a:solidFill>
                <a:latin typeface="Segoe UI"/>
              </a:rPr>
              <a:t>Научиться управлять тем, что именно попадает в DOM: показывать и скрывать блоки по условию, выводить коллекции через `map`, осознанно выбирать `key`, подготавливать данные (фильтрация, сортировка) до рендера и проектировать понятные пустые состояния. Освоить условные `className` и `style`.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2920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2920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3892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Научиться управлять тем, что именно попадает в DOM: показывать и скрывать блоки по условию, выводить коллекции через `map`, осознанно выбирать `key`, подготавливать данные (фильтрация, сортировка) до рендера и проектировать понятные пустые состояния. Освоить условные `className` и `style`.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АУДИТОРИЯ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Кому предназначена лекция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2529"/>
                </a:solidFill>
                <a:latin typeface="Segoe UI"/>
              </a:rPr>
              <a:t>Студенты, прошедшие лекции 15–16 и знакомые с компонентами, JSX и props.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Требования: пройдены предыдущие лекции раздела React.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ПЛАН 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 чём пойдёт речь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1. Введение: логика прямо в JSX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2. Условный рендеринг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3. Списки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4. Фильтрация и сортировка до рендера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5. Условные `className` и `style`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6. Пустые состояния (empty state)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7. Практика: список задач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План лекции — последовательность тем, которые разбираются на паре (90 мин).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логика прямо в JSX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Введение: логика прямо в JSX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Введение: логика прямо в JSX — ключевая тема раздела.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логика прямо в JSX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Почему в React нет шаблонного языка.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 шаблонных движках для условий и циклов обычно есть собственный синтаксис: специальные конструкции, служебные атрибуты, списки переменных контекста. В React этого нет. JSX — это JavaScript, поэтому условия и переборы коллекций записываются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обычными средствами языка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: `if`, тернарный оператор, `&amp;&amp;`, `switch`, `map`.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Единственное ограничение: внутри фигурных скобок `{ }` в разметке допустимо только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выражение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, а не инструкция. Поэтому `if` и `for` нельзя написать прямо внутри JSX — их выносят в тело функции до `return` или в отдельную функцию-помощник.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Почему в React нет шаблонного языка.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обычными средствами языка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выражение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логика прямо в JSX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Главное правило этой лекции: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сначала вычисляем — потом рендерим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. Любую сложную логику (условия, фильтры, сортировку) выполняем до `return` в теле компонента, а в JSX оставляем только подстановку готового результата. Тогда разметка остаётся короткой и читаемой.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сначала вычисляем — потом рендерим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логика прямо в JSX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Так нельзя: `if` — это инструкция, а не выражение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return &lt;div&gt;{if (isLoading) { &lt;Spinner /&gt; }}&lt;/div&gt;;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Так можно: значение заранее вычислено обычным JavaScript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Status({ isLoading }: { isLoading: boolean })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(isLoading)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&lt;p&gt;Загрузка...&lt;/p&gt;;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&lt;p&gt;Данные получены&lt;/p&gt;;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Условный рендеринг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Условный рендеринг — ключевая тема раздела.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`if` / `else` до `return`.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Самый простой и самый читаемый способ — не рендерить условие внутри разметки, а выбрать, какую разметку вернуть. Ветвление происходит в обычном JavaScript-коде компонента: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`if` / `else` до `return`.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Читается так же, как обычная функция: сначала проверяем условие, потом возвращаем результат. Такой подход хорош, когда вариантов два-три и они описывают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разные состояния всего компонента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Ранний выход (early return).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Отдельная полезная привычка — «отсекать» невозможные случаи в начале функции и не вкладывать условия друг в друга: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разные состояния всего компонента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Ранний выход (early return).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src/components/LoginButton.tsx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LoginButtonProps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isLoggedIn: boolean;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userName: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LoginButton({ isLoggedIn, userName }: LoginButtonProps)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(isLoggedIn)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 className="user-menu"&gt;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&lt;span&gt;Привет, {userName}!&lt;/span&gt;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&lt;button type="button"&gt;Выйти&lt;/button&gt;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&lt;button type="button"&gt;Войти&lt;/button&gt;;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Глубокая вложенность `if` внутри `if` — верный признак, что логику пора переписать через ранние выходы или вынести в отдельный компонент.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Возврат `null` — «ничего не рендерить».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Компонент имеет право вернуть `null`. Это не ошибка: React просто не создаст для него ни одного DOM-узла. Так удобно реализовывать необязательные элементы — подсказки, бейджи, всплывающие блоки: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не ошибка: React просто не создаст для него ни одного DOM-узла.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Возврат `null` — «ничего не рендерить».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ProfileProps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user: { name: string; email: string } | null;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Profile({ user }: ProfileProps)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Ранний выход: дальше код выполняется только с реальным пользователем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(!user)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&lt;p className="muted"&gt;Пользователь не выбран&lt;/p&gt;;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&lt;article className="profile"&gt;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&lt;h2&gt;{user.name}&lt;/h2&gt;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&lt;a href={`mailto:${user.email}`}&gt;{user.email}&lt;/a&gt;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&lt;/article&gt;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Важно: `null`, `undefined`, `false` и `true` React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не выводит на экран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. Это отличает их от `0` — о нём ниже.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Тернарный оператор — выбор одного из двух.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Когда оба варианта должны находиться в одном месте разметки (например, внутри `&lt;footer&gt;`), используют тернарный оператор: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отличает их от `0` — о нём ниже.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не выводит на экран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Тернарный оператор — выбор одного из двух.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src/components/UserBadge.tsx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UserBadgeProps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user: { name: string; isAdmin: boolean } | null;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UserBadge({ user }: UserBadgeProps)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Нет пользователя или он не администратор — элемента в DOM не будет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(!user || !user.isAdmin)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null;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&lt;span className="badge badge--admin"&gt;Администратор&lt;/span&gt;;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Правила хорошего тона: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src/components/ProductCard.tsx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ProductCardProps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title: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price: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inStock: boolean;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ProductCard({ title, price, inStock }: ProductCardProps)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&lt;article className="product-card"&gt;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&lt;h3&gt;{title}&lt;/h3&gt;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 className="price"&gt;{price} ₽&lt;/p&gt;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{inStock ?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&lt;span className="stock stock--available"&gt;В наличии&lt;/span&gt;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 :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&lt;span className="stock stock--unavailable"&gt;Нет в наличии&lt;/span&gt;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&lt;/article&gt;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тернарный оператор —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только для двух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вариантов;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не вкладывать тернарник в тернарник — читаемость падает катастрофически;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если вариантов три и больше — выносим логику в переменную, функцию или `switch` (см. ниже).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только для двух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Оператор `&amp;&amp;` и ловушка ложных значений.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Самый компактный способ «показать, если истина» — логическое 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Оператор `&amp;&amp;` и ловушка ложных значений.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Плохо: вложенные тернарные операторы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{role === 'admin' ? &lt;AdminPanel /&gt; : role === 'teacher' ? &lt;TeacherPanel /&gt; : &lt;GuestPanel /&gt;}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Хорошо: отдельная функция возвращает готовый JSX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renderPanel(role: Role)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(role === 'admin')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&lt;AdminPanel /&gt;;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(role === 'teacher')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&lt;TeacherPanel /&gt;;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&lt;GuestPanel /&gt;;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в разметке остаётся одно короткое выражение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{renderPanel(role)}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Работает это так: если левый операнд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falsy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(`false`, `null`, `undefined`, `0`, `''`, `NaN`) — React ничего не рендерит; если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truthy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рендерит правый операнд.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И вот главная ловушка: число `0` — falsy-значение, но React выведет его на экран как текст. Это самая частая ошибка начинающих: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самая частая ошибка начинающих: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falsy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truthy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{isLoading &amp;&amp; &lt;p&gt;Загрузка...&lt;/p&gt;}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{hasError &amp;&amp; &lt;p className="error"&gt;Не удалось загрузить данные&lt;/p&gt;}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{isNew &amp;&amp; &lt;span className="badge"&gt;Новинка&lt;/span&gt;}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То же касается `NaN`. Пустая строка `''` тоже falsy, но, в отличие от нуля, она создаёт пустой текстовый узел — визуально это не заметно, однако в некоторых случаях (например, при верстке через `:empty` или при отступах `gap`) лишний узел может непредсказуемо повлиять на расположение элементов, поэтому и её лучше не оставлять.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Решение простое: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слева от `&amp;&amp;` всегда должно стоять булево выражение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слева от `&amp;&amp;` всегда должно стоять булево выражение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ЛОВУШКА: при пустом массиве на экране появится «0»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{tasks.length &amp;&amp; &lt;p&gt;Задач: {tasks.length}&lt;/p&gt;}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Что произойдёт: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tasks.length = 3 → «Задач: 3»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tasks.length = 0 → «0»     (!) левый операнд равен 0, а React 0 показывает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Если значение может быть `0` и должно отображаться именно как `0` — это нормально, но тогда его нельзя использовать в качестве условия. Разделяем: условие — булево, содержимое — значение.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Правильно: сравнение возвращает boolean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{tasks.length &gt; 0 &amp;&amp; &lt;p&gt;Задач: {tasks.length}&lt;/p&gt;}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Альтернативы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{Boolean(query) &amp;&amp; &lt;p&gt;Результаты по запросу «{query}»&lt;/p&gt;}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{items.length !== 0 &amp;&amp; &lt;span className="badge"&gt;{items.length}&lt;/span&gt;}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{!!user &amp;&amp; &lt;UserMenu user={user} /&gt;}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Несколько вариантов: `switch` и словарь-справочник.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Когда вариантов много, самый читаемый инструмент — `switch` внутри функции или отдельного компонента: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Несколько вариантов: `switch` и словарь-справочник.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Надёжный шаблон: условие булево, а сам ноль показываем осознанно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{count !== null &amp;&amp; &lt;p&gt;Найдено записей: {count}&lt;/p&gt;}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src/components/Alert.tsx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type AlertLevel = 'info' | 'success' | 'warning' | 'error';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AlertProps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level: AlertLevel;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message: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getAlertClass(level: AlertLevel): string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switch (level)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case 'info':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'alert alert--info';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case 'success':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'alert alert--success';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case 'warning':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'alert alert--warning';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case 'error':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'alert alert--error';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default: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'alert';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Alert({ level, message }: AlertProps) {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&lt;div className={getAlertClass(level)}&gt;{message}&lt;/div&gt;;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Если варианты отличаются не оформлением, а разметкой, `switch` возвращает JSX: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Для простых текстовых подписей ещё компактнее использовать словарь — обычный объект с `Record`: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NotificationBody({ level, message }: AlertProps)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switch (level)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case 'success':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&lt;p className="alert__text"&gt;Операция выполнена: {message}&lt;/p&gt;;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case 'warning':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&lt;p className="alert__text"&gt;Внимание: {message}&lt;/p&gt;;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case 'error':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&lt;p className="alert__text"&gt;Ошибка: {message}&lt;/p&gt;;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default: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&lt;p className="alert__text"&gt;{message}&lt;/p&gt;;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Здесь важное преимущество TypeScript: `Record&lt;Status, string&gt;` не позволит забыть ни один вариант, и при добавлении нового статуса компилятор сразу покажет, где нужно дополнить словарь.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Что React не выводит на экран.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Полезно запомнить таблицу значений, которые безопасно возвращать из компонента или использовать в условии: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Что React не выводит на экран.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type Status = 'active' | 'blocked' | 'pending';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STATUS_LABELS: Record&lt;Status, string&gt; =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active: 'Активен',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blocked: 'Заблокирован',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pending: 'Ожидает проверки',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UserStatus({ status }: { status: Status })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&lt;span className={`status status--${status}`}&gt;{STATUS_LABELS[status]}&lt;/span&gt;;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201400" cy="3657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Значение | Что увидит пользователь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:--- | :---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`null` | ничего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`undefined` | ничего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`false` / `true` | ничего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`''` (пустая строка) | ничего (создаётся пустой текстовый узел)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`0` | </a:t>
            </a:r>
            <a:r>
              <a:rPr sz="1300" b="1" i="0">
                <a:solidFill>
                  <a:srgbClr val="212529"/>
                </a:solidFill>
                <a:latin typeface="Segoe UI"/>
              </a:rPr>
              <a:t>число 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`NaN` | </a:t>
            </a:r>
            <a:r>
              <a:rPr sz="1300" b="1" i="0">
                <a:solidFill>
                  <a:srgbClr val="212529"/>
                </a:solidFill>
                <a:latin typeface="Segoe UI"/>
              </a:rPr>
              <a:t>текст «NaN»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`' '` (пробел) | пустое место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`[]` (пустой массив) | ничего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Таблица — справочник ключевых значений раздела.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Условный рендеринг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Отсюда правило: условие в `&amp;&amp;` делаем булевым, а «пустые» значения приводим к `null` явно.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Списки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Списки — ключевая тема раздела.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`items.map(...)` — основа любого списка.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Массивы данных React умеет рендерить напрямую: если выражение возвращает массив JSX-элементов, они выводятся друг за другом. Преобразовать массив данных в массив элементов удобнее всего методом `map`: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`items.map(...)` — основа любого списка.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Разберём по шагам: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fruits = ['Яблоко', 'Груша', 'Слива'];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FruitList()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{fruits.map((fruit)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&lt;li key={fruit}&gt;{fruit}&lt;/li&gt;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`map` вызывается у массива и возвращает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новый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массив — исходные данные не изменяются;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стрелочная функция-колбэк получает один элемент массива и возвращает JSX;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круглые скобки после `=&gt;` позволяют вернуть JSX без слова `return`;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результат `map` вставляется в разметку через `{ }`.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новый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Обратите внимание: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если выводите список через `map`, `key` обязателен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. Без него React выведет предупреждение в консоль: `Each child in a list should have a unique "key" prop`.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Тот же приём для списка объектов: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Обратите внимание: если выводите список через `map`, `key` обязателен.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если выводите список через `map`, `key` обязателен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src/types/product.ts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interface Product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name: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price: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inStock: boolean;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src/components/ProductList.tsx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Product } from '../types/product';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ProductListProps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products: Product[];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ProductList({ products }: ProductListProps)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&lt;ul className="product-list"&gt;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{products.map((product)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&lt;li key={product.id} className="product-list__item"&gt;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&lt;h3&gt;{product.name}&lt;/h3&gt;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&lt;p&gt;{product.price} ₽&lt;/p&gt;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{product.inStock ?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&lt;span className="stock stock--available"&gt;В наличии&lt;/span&gt;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) :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&lt;span className="stock stock--unavailable"&gt;Нет в наличии&lt;/span&gt;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&lt;/li&gt;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Индекс и позиция элемента.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Второй аргумент колбэка `map` — индекс элемента в массиве. Иногда он действительно нужен: для нумерации строк, для условного оформления первого и последнего элемента: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Индекс и позиция элемента.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User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name: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email: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UserTableProps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users: User[];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UserTable({ users }: UserTableProps)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&lt;table className="user-table"&gt;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&lt;tbody&gt;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{users.map((user, index)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const isFirst = index === 0;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const isLast = index === users.length - 1;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const rowClass = 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'user-table__row',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isFirst ? 'user-table__row--first' : '',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isLast ? 'user-table__row--last' : '',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.filter(Boolean)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.join(' ');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&lt;tr key={user.id} className={rowClass}&gt;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&lt;td&gt;{index + 1}&lt;/td&gt;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&lt;td&gt;{user.name}&lt;/td&gt;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&lt;td&gt;{user.email}&lt;/td&gt;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&lt;/tr&gt;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})}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&lt;/tbody&gt;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&lt;/table&gt;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Важно не путать: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индекс — это про позицию, а не про идентичность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. Для нумерации он подходит, для `key` — нет (об этом следующий раздел).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Атрибут `key`: зачем он нужен.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`key` — служебный атрибут React. Он не попадает в DOM и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не передаётся компоненту как prop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: если компоненту нужен идентификатор, его передают отдельно (`&lt;Profile key={user.id} userId={user.id} /&gt;`).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Зачем он тогда нужен? React сравнивает предыдущее виртуальное дерево с новым и обновляет только изменившиеся узлы. В списке React должен понять, какой именно элемент: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Важно не путать: индекс — это про позицию, а не про идентичность.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Атрибут `key`: зачем он нужен. `key` — служебный атрибут React.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Зачем он тогда нужен?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индекс — это про позицию, а не про идентичность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Атрибут `key`: зачем он нужен.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не передаётся компоненту как prop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остался на месте;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был добавлен;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был удалён;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поменялся местами с другим.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Именно `key` и есть ответ на вопрос «кто есть кто». Хороший ключ помогает React точно сопоставить элементы между рендерами и сделать точечные изменения DOM.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Что ломается без `key` и при `key={index}`.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Если `key` не указан, React по умолчанию использует индекс. Если в качестве `key` явно передан индекс (`key={index}`) — эффект тот же: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ключ привязан к позиции, а не к элементу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. Пока список не меняется, всё работает. Как только список фильтруется, сортируется или из него удаляют элементы — начинаются трудноуловимые баги.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Наглядный пример: список карточек, внутри каждой — поле ввода и раскрытый блок. Пользователь что-то ввёл, затем список отсортировали — и данные «переехали» не в ту карточку. Причина: React считает элемент в позиции 0 тем же самым элементом, что и раньше, и сохраняет его состояние, хотя данные в позиции 0 уже другие.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Что ломается без `key` и при `key={index}`.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 привязан к позиции, а не к элементу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key — уникальный идентификатор из данных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{products.map((product)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&lt;ProductRow key={product.id} product={product}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))}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Отдельно и категорически нельзя генерировать ключ «на лету»: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ПЛОХО: при удалении/сортировке состояние перепутается,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а в консоли появится предупреждение об отсутствии key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{contacts.map((contact)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&lt;ContactCard contact={contact}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ПЛОХО: ключ по индексу — та же позиционная привязка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{contacts.map((contact, index)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&lt;ContactCard key={index} contact={contact}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ХОРОШО: стабильный идентификатор из данных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{contacts.map((contact)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&lt;ContactCard key={contact.id} contact={contact}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))}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Как выбрать `key`: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ОЧЕНЬ ПЛОХО: ключ меняется на каждом рендере —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React уничтожает и создаёт элементы заново, теряя состояние и ввод пользователя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{contacts.map((contact)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&lt;ContactCard key={Math.random()} contact={contact}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))}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201400" cy="3657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Источник ключа | Оценка | Комментарий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:--- | :--- | :---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`item.id` из данных | отлично | стабилен, уникален, не меняется между рендерами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`item.slug`, `item.email`, `item.code` | хорошо | если действительно уникальны и не меняются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составной ключ `\`${item.type}-${item.id}\`` | хорошо | для смешанных списков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индекс массива `key={index}` | плохо при изменениях | ломается при удалении, вставке, сортировке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`key={Math.random()}`, `key={Date.now()}` | очень плохо | список пересобирается каждый рендер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Таблица — справочник ключевых значений раздела.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Ещё одно правило: `key` указывается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только на самом верхнем элементе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, который возвращает колбэк `map`. Вкладывать ключ во внутренние теги не нужно.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Фрагмент с `key` и вложенные списки.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Если один элемент данных должен дать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несколько соседних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элементов разметки, их оборачивают во фрагмент. Короткий синтаксис `&lt;&gt;...&lt;/&gt;` не принимает атрибутов, поэтому для списка нужен явный `&lt;Fragment key={...}&gt;`: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только на самом верхнем элементе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Фрагмент с `key` и вложенные списки.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несколько соседних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src/components/DescriptionList.tsx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Fragment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Term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term: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definition: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DescriptionListProps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items: Term[];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DescriptionList({ items }: DescriptionListProps)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&lt;dl className="terms"&gt;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{items.map((item)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&lt;Fragment key={item.id}&gt;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&lt;dt&gt;{item.term}&lt;/dt&gt;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&lt;dd&gt;{item.definition}&lt;/dd&gt;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&lt;/Fragment&gt;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Вложенные списки — обычные `map` внутри `map`; ключ нужен на каждом уровне: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Category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title: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products: Product[];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CatalogProps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categories: Category[];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Catalog({ categories }: CatalogProps)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 className="catalog"&gt;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{categories.map((category)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&lt;section key={category.id} className="catalog__section"&gt;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&lt;h2&gt;{category.title}&lt;/h2&gt;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{category.products.map((product)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&lt;li key={product.id}&gt;{product.name}&lt;/li&gt;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&lt;/section&gt;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))}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Списки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Ключи должны быть уникальны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внутри одного списка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на разных уровнях они независимы.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внутри одного списка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Фильтрация и сортировка до рендера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Фильтрация и сортировка до рендера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Фильтрация и сортировка до рендера — ключевая тема раздела.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Фильтрация и сортировка до рендера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Правило: готовим данные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до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`return`, а в JSX оставляем `map` по уже подготовленному массиву. Так разметка не разрастается, а логику легко прочитать и протестировать.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Фильтрация и сортировка до рендера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Book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title: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author: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price: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year: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BookListProps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books: Book[];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query: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sortBy: 'title' | 'price' | 'year';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BookList({ books, query, sortBy }: BookListProps)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normalizedQuery = query.trim().toLowerCase();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1. Фильтрация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filtered = books.filter((book)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book.title.toLowerCase().includes(normalizedQuery),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2. Сортировка — на копии массива, без мутации props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sorted = [...filtered].sort((a, b) =&gt; {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Фильтрация и сортировка до рендера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if (sortBy === 'title')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a.title.localeCompare(b.title, 'ru');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a[sortBy] - b[sortBy];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3. Рендер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&lt;ul className="book-list"&gt;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{sorted.map((book)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&lt;li key={book.id} className="book-list__item"&gt;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&lt;h3&gt;{book.title}&lt;/h3&gt;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{book.author}, {book.year} — {book.price} ₽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&lt;/li&gt;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Фильтрация и сортировка до рендера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Три важных момента: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Фильтрация и сортировка до рендера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`filter` и `map` возвращают новые массивы** — исходный массив props не меняется. Это обязательное условие работы React: props доступны только для чтения.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`Array.prototype.sort` мутирует массив**, поэтому сортируем копию: `[...filtered].sort(...)`. В проектах с современным `target` доступен и неизменяющий `filtered.toSorted(...)` из ES2023 — он делает то же самое, но возвращает новый массив.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`localeCompare` с указанием локали корректно сортирует русские строки, в отличие от простого сравнения `a.title &gt; b.title`.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обязательное условие работы React: props доступны только для чтения.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Фильтрация и сортировка до рендера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Почему не стоит фильтровать прямо в JSX.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Иногда пишут так: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Почему не стоит фильтровать прямо в JSX.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Фильтрация и сортировка до рендера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Одна короткая цепочка допустима, но если условий несколько, лучше вынести подготовку данных в переменные с говорящими именами: `visibleBooks`, `sortedBooks`, `activeBooks`. Читающий код сразу видит три шага: фильтрация → сортировка → рендер.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Подсчёт найденного.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По подготовленному массиву удобно выводить статистику — и здесь снова пригодится булево условие: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Подсчёт найденного.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Фильтрация и сортировка до рендера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Работает, но плохо читается: логика смешана с разметкой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&lt;ul&gt;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{books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.filter((book) =&gt; book.price &gt; 1000)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.sort((a, b) =&gt; a.title.localeCompare(b.title, 'ru'))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.map((book)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&lt;li key={book.id}&gt;{book.title}&lt;/li&gt;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&lt;/ul&gt;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Фильтрация и сортировка до рендера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&lt;p className="book-list__count"&gt;Найдено книг: {sorted.length}&lt;/p&gt;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{sorted.length &gt; 0 &amp;&amp;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&lt;p className="book-list__hint"&gt;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Самый дорогой экземпляр: {Math.max(...sorted.map((book) =&gt; book.price))} ₽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)}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Условные `className` и `style`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Условные `className` и `style`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Условные `className` и `style` — ключевая тема раздела.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Условные `className` и `style`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Условный `className`.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Классы — основной инструмент оформления состояния. В JSX `className` — это обычное строковое выражение, поэтому строку можно собрать шаблонным литералом: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 JSX `className` — это обычное строковое выражение, поэтому строку можно собрать шаблонным литералом: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Условный `className`.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Условные `className` и `style`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Длинные шаблонные строки быстро становятся нечитаемыми, поэтому часто пишут маленькую функцию-помощник: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Условные `className` и `style`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TodoItemProps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title: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completed: boolean;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isOverdue: boolean;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TodoItem({ title, completed, isOverdue }: TodoItemProps)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&lt;li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className={`todo ${completed ? 'todo--completed' : ''} ${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isOverdue ? 'todo--overdue' : ''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}`}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{title}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&lt;/li&gt;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Условные `className` и `style`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 экосистеме есть готовые библиотеки для этой задачи (например, `clsx`), но принцип один: собираем строку классов из статической части и условных модификаторов. Классы принято именовать по схеме БЭМ (`todo`, `todo--completed`), чтобы модификатор было видно сразу.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Вариант через словарь удобен, когда состояний много: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Условные `className` и `style`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src/utils/cx.ts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Склеивает классы, отбрасывая falsy-значения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cx(...classes: Array&lt;string | false | null | undefined&gt;): string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classes.filter(Boolean).join(' 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cx } from '../utils/cx';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TodoItem({ title, completed, isOverdue }: TodoItemProps)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&lt;li className={cx('todo', completed &amp;&amp; 'todo--completed', isOverdue &amp;&amp; 'todo--overdue')}&gt;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{title}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&lt;/li&gt;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Условные `className` и `style`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type OrderStatus = 'new' | 'paid' | 'shipped' | 'cancelled';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STATUS_CLASS: Record&lt;OrderStatus, string&gt; =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new: 'order--new',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paid: 'order--paid',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shipped: 'order--shipped',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cancelled: 'order--cancelled',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STATUS_LABELS: Record&lt;OrderStatus, string&gt; =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new: 'Новый',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paid: 'Оплачен',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shipped: 'Отправлен',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cancelled: 'Отменён',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OrderStatusLabel({ status }: { status: OrderStatus })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&lt;span className={cx('order-status', STATUS_CLASS[status])}&gt;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{STATUS_LABELS[status]}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&lt;/span&gt;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Условные `className` и `style`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Динамический `style`.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Инлайн-стили в JSX — объект JavaScript. В `style` передают только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действительно динамические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значения: ширину прогресса, рассчитанный цвет, координаты. Постоянное оформление живёт в CSS-классах.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Динамический `style`.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действительно динамические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Условные `className` и `style`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Для числовых свойств (без единиц измерения) React автоматически добавит `px`, но `width` в процентах нужно передавать строкой: `` `${percent}%` ``.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Иногда удобнее передавать значение в CSS через переменную — тогда стили остаются в CSS-файле, а из JSX приходит только число: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Условные `className` и `style`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ProgressBarProps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value: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max: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ProgressBar({ value, max }: ProgressBarProps)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percent = Math.min(100, Math.round((value / max) * 100));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 className="progress"&gt;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className="progress__bar"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style={{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width: `${percent}%`,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backgroundColor: percent &gt; 80 ? '#16a34a' : '#2563eb',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}}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&lt;span className="progress__label"&gt;{percent}%&lt;/span&gt;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Условные `className` и `style`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Итог раздела: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Условные `className` и `style`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CSSProperties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LoaderProps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progress: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Loader({ progress }: LoaderProps)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style = { '--progress': `${progress}%` } as CSSProperties;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&lt;div className="loader" style={style} /&gt;;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.loader::after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width: var(--progress, 0%);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/* остальное оформление — в CSS */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Условные `className` и `style`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состояние оформления (активный, выбранный, просроченный) — через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классы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вычисляемые геометрия и цвет — через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`style`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не дублировать в `style` то, что уже описано классом.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классы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`style`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Пустые состояния (empty state)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Пустые состояния (empty state)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Пустые состояния (empty state) — ключевая тема раздела.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Пустые состояния (empty state)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Пустой список — нормальная ситуация, и пользователь должен понимать, что происходит. Важно различать два разных состояния: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Пустые состояния (empty state)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данных нет вообще** («Пока нет задач») — коллекция пустая по своей природе;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ничего не найдено по условию** («По фильтру ничего не найдено») — данные есть, но не проходят фильтрацию.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Пустые состояния (empty state)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Это два разных сообщения, и разные подсказки к действию: в первом случае уместно предложить создать запись, во втором — сбросить фильтр.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Универсальный компонент пустого состояния: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Пустые состояния (empty state)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Использование — через тернарный оператор: либо список, либо пустое состояние.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Пустые состояния (empty state)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src/components/EmptyState.tsx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ReactNode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EmptyStateProps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title: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description?: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action?: ReactNode;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EmptyState({ title, description, action }: EmptyStateProps)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 className="empty-state" role="status"&gt;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&lt;h3 className="empty-state__title"&gt;{title}&lt;/h3&gt;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{description &amp;&amp; &lt;p className="empty-state__text"&gt;{description}&lt;/p&gt;}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{action &amp;&amp; &lt;div className="empty-state__action"&gt;{action}&lt;/div&gt;}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Пустые состояния (empty state)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TaskListProps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tasks: Task[];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hasFilters: boolean;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onResetFilters: () =&gt; void;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TaskList({ tasks, hasFilters, onResetFilters }: TaskListProps)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(tasks.length === 0)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hasFilters ?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&lt;EmptyState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title="По вашему запросу ничего не найдено"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description="Попробуйте изменить условия фильтрации."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action={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&lt;button type="button" onClick={onResetFilters}&gt;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Сбросить фильтры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) :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&lt;EmptyState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title="Список задач пуст"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description="Добавьте первую задачу, чтобы начать работу."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Пустые состояния (empty state)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&lt;ul className="task-list"&gt;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{tasks.map((task)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&lt;TaskItem key={task.id} task={task}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Пустые состояния (empty state)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Ключевой приём: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проверку пустоты выполняем до `map`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, а не внутри него. Пустое состояние — это отдельная ветка рендера, а не элемент списка.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Ещё один важный случай — состояния асинхронной загрузки. Вместо двух независимых флагов (`isLoading`, `hasError`) удобнее описать одно состояние через объединение типов (discriminated union). Тогда невозможно получить «загрузка и ошибка одновременно» — компилятор не позволит: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Пустое состояние — это отдельная ветка рендера, а не элемент списка.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проверку пустоты выполняем до `map`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Пустые состояния (empty state)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src/components/DataState.tsx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Item } from '../types/item';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EmptyState } from './EmptyState';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Ровно одно из трёх состояний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type LoadState =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| { status: 'loading'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| { status: 'error'; message: string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| { status: 'success'; items: Item[]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DataStateProps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state: LoadState;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onRetry: () =&gt; void;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DataState({ state, onRetry }: DataStateProps)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(state.status === 'loading')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&lt;p className="loading" role="status"&gt;Загрузка данных...&lt;/p&gt;;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(state.status === 'error')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 className="error" role="alert"&gt;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&lt;p&gt;{state.message}&lt;/p&gt;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Пустые состояния (empty state)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&lt;button type="button" onClick={onRetry}&gt;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Повторить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(state.items.length === 0)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&lt;EmptyState title="Нет данных для отображения" /&gt;;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&lt;ul className="data-list"&gt;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{state.items.map((item)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&lt;li key={item.id}&gt;{item.name}&lt;/li&gt;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Пустые состояния (empty state)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Обратите внимание на `role="status"` и `role="alert"`: они сообщают вспомогательным технологиям (скринридерам) о смене состояния интерфейса, без них динамическое сообщение может остаться незамеченным.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Практика: список задач с фильтром и бейджами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Практика: список задач с фильтром и бейджами — ключевая тема раздела.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Соберём небольшое приложение «Список задач»: у каждой задачи есть статус выполнения и приоритет, список можно фильтровать, а для пустого результата показывается отдельное сообщение.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Шаг 1. Типы и данные.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Опишем модель и справочники подписей, чтобы не разбрасывать строки по компонентам: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Шаг 1. Типы и данные.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src/types/task.ts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type TaskPriority = 'low' | 'medium' | 'high';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type TaskFilter = 'all' | 'active' | 'done';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interface Task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number;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title: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completed: boolean;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priority: TaskPriority;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dueDate: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PRIORITY_LABELS: Record&lt;TaskPriority, string&gt; =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low: 'Низкий',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medium: 'Средний',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high: 'Высокий',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FILTER_LABELS: Record&lt;TaskFilter, string&gt; =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all: 'Все',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active: 'В работе',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done: 'Выполненные',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Шаг 2. Бейдж приоритета.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Переиспользуемый компонент с условным классом: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Шаг 2. Бейдж приоритета.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src/data/tasks.ts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Task } from '../types/task';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tasks: Task[] = 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{ id: 1, title: 'Изучить условный рендеринг', completed: true, priority: 'high', dueDate: '2026-03-10'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{ id: 2, title: 'Собрать список задач', completed: false, priority: 'medium', dueDate: '2026-03-12'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{ id: 3, title: 'Разобраться с key', completed: false, priority: 'high', dueDate: '2026-03-14'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{ id: 4, title: 'Оформить README', completed: false, priority: 'low', dueDate: '2026-03-20'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];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Шаг 3. Строка задачи.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Здесь и статус, и приоритет, и условная зачёркнутая подпись для выполненной задачи: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Шаг 3. Строка задачи.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src/components/PriorityBadge.tsx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TaskPriority } from '../types/task';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PRIORITY_LABELS } from '../types/task';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cx } from '../utils/cx';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PriorityBadgeProps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priority: TaskPriority;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PriorityBadge({ priority }: PriorityBadgeProps)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&lt;span className={cx('badge', `badge--${priority}`)}&gt;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{PRIORITY_LABELS[priority]}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&lt;/span&gt;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src/components/TaskItem.tsx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Task } from '../types/task';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PriorityBadge } from './PriorityBadge';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cx } from '../utils/cx';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TaskItemProps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task: Task;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onToggle: (id: number) =&gt; void;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onDelete: (id: number) =&gt; void;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TaskItem({ task, onToggle, onDelete }: TaskItemProps)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isOverdue = !task.completed &amp;&amp; new Date(task.dueDate) &lt; new Date();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&lt;li className={cx('task', task.completed &amp;&amp; 'task--completed')}&gt;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type="checkbox"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className="task__checkbox"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checked={task.completed}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onChange={() =&gt; onToggle(task.id)}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aria-label={`Отметить задачу «${task.title}»`}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 className="task__body"&gt;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&lt;span className="task__title"&gt;{task.title}&lt;/span&gt;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&lt;div className="task__meta"&gt;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&lt;PriorityBadge priority={task.priority}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{task.completed ?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&lt;span className="task__status task__status--done"&gt;Выполнено&lt;/span&gt;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) :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&lt;span className="task__status task__status--active"&gt;В работе&lt;/span&gt;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{isOverdue &amp;&amp; &lt;span className="badge badge--overdue"&gt;Просрочено&lt;/span&gt;}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type="button"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className="task__delete"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onClick={() =&gt; onDelete(task.id)}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aria-label={`Удалить задачу «${task.title}»`}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Удалить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&lt;/button&gt;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&lt;/li&gt;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Что показательно в этом компоненте: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`cx('task', task.completed &amp;&amp; 'task--completed')` — условный класс через `&amp;&amp;`;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статус выводится тернарным оператором — вариантов ровно два;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бейдж «Просрочено» выводится через `&amp;&amp;` с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булевым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условием `isOverdue`;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`aria-label` на чекбоксе и кнопке делает управление доступным с клавиатуры и для скринридеров.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булевым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Шаг 4. Список с фильтром.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Фильтрация и сортировка выполняются до `map`, пустое состояние — отдельная ветка: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Шаг 4. Список с фильтром.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src/components/TaskList.tsx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Task, TaskFilter } from '../types/task';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FILTER_LABELS } from '../types/task';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TaskItem } from './TaskItem';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EmptyState } from './EmptyState';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cx } from '../utils/cx';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FILTERS: TaskFilter[] = ['all', 'active', 'done'];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TaskListProps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tasks: Task[];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filter: TaskFilter;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onFilterChange: (filter: TaskFilter) =&gt; void;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onToggle: (id: number) =&gt; void;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onDelete: (id: number) =&gt; void;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TaskList({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tasks,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filter,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onFilterChange,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onToggle,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onDelete,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}: TaskListProps) {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1. Фильтрация до рендера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visibleTasks = tasks.filter((task)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if (filter === 'active')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!task.completed;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if (filter === 'done')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task.completed;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true;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2. Сортировка копии: сначала невыполненные, затем по приоритету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priorityRank: Record&lt;Task['priority'], number&gt; = { high: 0, medium: 1, low: 2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sortedTasks = [...visibleTasks].sort((a, b)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if (a.completed !== b.completed)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Number(a.completed) - Number(b.completed);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priorityRank[a.priority] - priorityRank[b.priority];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doneCount = tasks.filter((task) =&gt; task.completed).length;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&lt;section className="tasks"&gt;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&lt;header className="tasks__header"&gt;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&lt;h2&gt;Список задач&lt;/h2&gt;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&lt;div className="tasks__filters" role="group" aria-label="Фильтр задач"&gt;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{FILTERS.map((value)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&lt;button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key={value}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type="button"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className={cx('filter', filter === value &amp;&amp; 'filter--active')}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onClick={() =&gt; onFilterChange(value)}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aria-pressed={filter === value}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{FILTER_LABELS[value]}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&lt;/header&gt;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{tasks.length &gt; 0 &amp;&amp;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&lt;p className="tasks__stats"&gt;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Всего: {tasks.length} · Выполнено: {doneCount} · Осталось: {tasks.length - doneCount}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{sortedTasks.length === 0 ?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&lt;EmptyState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title={filter === 'done' ? 'Выполненных задач пока нет' : 'Нет задач по выбранному фильтру'}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description="Измените фильтр или добавьте новую задачу."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action={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&lt;button type="button" onClick={() =&gt; onFilterChange('all')}&gt;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Показать все задачи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 :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&lt;ul className="tasks__list"&gt;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{sortedTasks.map((task)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&lt;TaskItem key={task.id} task={task} onToggle={onToggle} onDelete={onDelete}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&lt;/section&gt;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Шаг 5. Сборка в `App.tsx`.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Состояние фильтра хранится в корневом компоненте и спускается вниз через props. Хуки подробно разбираются в лекции 18 — здесь достаточно увидеть, что фильтр — это обычное состояние компонента: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Хуки подробно разбираются в лекции 18 — здесь достаточно увидеть, что фильтр — это обычное состояние компонента: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Шаг 5. Сборка в `App.tsx`.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src/App.tsx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useState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'./App.css';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Task, TaskFilter } from './types/task';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tasks as initialTasks } from './data/tasks';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TaskList } from './components/TaskList';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App()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[tasks, setTasks] = useState&lt;Task[]&gt;(initialTasks);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[filter, setFilter] = useState&lt;TaskFilter&gt;('all');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function handleToggle(id: number)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setTasks((prev)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prev.map((task)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task.id === id ? { ...task, completed: !task.completed } : task,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function handleDelete(id: number)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setTasks((prev) =&gt; prev.filter((task) =&gt; task.id !== id));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&lt;main className="app"&gt;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&lt;h1&gt;Мои задачи&lt;/h1&gt;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&lt;TaskList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tasks={tasks}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filter={filter}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onFilterChange={setFilter}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onToggle={handleToggle}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onDelete={handleDelete}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&lt;/main&gt;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default App;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Обратите внимание на `handleToggle`: массив обновляется через `map`, создавая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новый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массив и новые объекты — исходные данные не мутируются. Это тот же принцип, что и с props: мы не изменяем данные, а создаём их новую версию.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Шаг 6. Минимальные стили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например, в `src/App.css`: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тот же принцип, что и с props: мы не изменяем данные, а создаём их новую версию.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новый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Шаг 6. Минимальные стили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.app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max-width: 720px;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margin: 0 auto;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padding: 24px 16px;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font-family: 'Segoe UI', Tahoma, Geneva, Verdana, sans-serif;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.tasks__header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display: flex;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align-items: center;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justify-content: space-between;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gap: 12px;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flex-wrap: wrap;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.tasks__filters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display: flex;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gap: 8px;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.filter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min-height: 44px;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padding: 8px 14px;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border: 1px solid #d2d6dc;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border-radius: 999px;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background: #fff;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cursor: pointer;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.filter--active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background: #2563eb;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border-color: #2563eb;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color: #fff;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.filter:focus-visible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outline: 2px solid #2563eb;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outline-offset: 2px;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.tasks__stats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color: #52606d;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font-size: 14px;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.tasks__list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list-style: none;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margin: 12px 0 0;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padding: 0;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display: flex;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flex-direction: column;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gap: 8px;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.task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display: flex;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align-items: center;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gap: 12px;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padding: 12px 16px;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border: 1px solid #e4e7eb;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border-radius: 12px;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background: #fff;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transition: box-shadow 0.2s ease;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.task:hover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box-shadow: 0 4px 12px rgba(0, 0, 0, 0.08);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.task--completed .task__title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text-decoration: line-through;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color: #9aa5b1;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.task__checkbox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width: 20px;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height: 20px;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.task__body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display: flex;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flex-direction: column;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gap: 4px;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flex: 1;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.task__meta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display: flex;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align-items: center;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gap: 8px;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flex-wrap: wrap;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.task__status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font-size: 12px;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color: #52606d;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.task__delete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min-height: 44px;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padding: 8px 12px;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border: 1px solid #f1c0c0;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border-radius: 8px;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background: #fff;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color: #991b1b;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cursor: pointer;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.badge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display: inline-block;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padding: 2px 8px;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border-radius: 999px;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font-size: 12px;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.badge--high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background: #fee2e2;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color: #991b1b;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.badge--medium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background: #fef3c7;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color: #92400e;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.badge--low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background: #eef2ff;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color: #3730a3;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.badge--overdue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background: #111827;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color: #fff;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.empty-state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padding: 48px 16px;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text-align: center;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color: #7b8794;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background: #f5f7fa;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border-radius: 12px;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.empty-state__title {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margin: 0 0 8px;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color: #3e4c59;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.empty-state__action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margin-top: 12px;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Шаг 7. Запускаем `npm run dev`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и проверяем сценарии: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Шаг 7. Запускаем `npm run dev`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список задач с фильтром и бейджами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фильтр «Все» показывает четыре задачи, «В работе» — три, «Выполненные» — одну;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у задачи с приоритетом `high` — красный бейдж, `medium` — жёлтый, `low` — синий;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выполненная задача зачёркнута и помечена «Выполнено»;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если отфильтровать список так, что задач не останется, вместо пустого `&lt;ul&gt;` появится блок пустого состояния с кнопкой сброса;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удаление задачи уменьшает счётчик в статистике.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РЕЗЮМЕ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запомнить с лекции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Условный рендеринг в React — это обычный JavaScript: инструкция `if` до `return`, ранний выход, тернарный оператор, `&amp;&amp;`, `switch`.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Внутри `{ }` допустимо только выражение; инструкции `if` и `for` выносятся в тело компонента или в функцию-помощник.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`null` из компонента — нормальный способ не рендерить ничего. React не выводит `null`, `undefined`, `false` и `true`.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Ловушка `&amp;&amp;`: число `0` (и `NaN`) falsy, но React покажет его на экране. Слева от `&amp;&amp;` всегда ставим булево выражение: `items.length &gt; 0 &amp;&amp; ...`.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Тернарный оператор — для двух вариантов; при трёх и более используем `switch`, словарь `Record` или отдельный компонент. Вложенные тернарники — антипаттерн.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Списки строятся через `items.map(...)`; результат `map` — новый массив, исходные данные не мутируются.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`key` обязателен для каждого элемента списка и должен быть стабильным и уникальным: `id` из данных, а не индекс и не случайное значение. `key` не передаётся компоненту как prop.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Индекс допустим для нумерации (`index + 1`) и условного оформления первого/последнего элемента, но не как `key` в изменяемом списке.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Фрагмент `&lt;Fragment key={...}&gt;` нужен, когда один элемент данных порождает несколько соседних элементов разметки; короткий `&lt;&gt;...&lt;/&gt;` ключ не принимает.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Подготовка данных (фильтрация, сортировка) выполняется до `return`; сортировка — на копии массива (`[...items].sort(...)`).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Условное оформление: состояние — через `className` (шаблонная строка или помощник `cx`), динамическая геометрия/цвет — через `style`; CSS-переменные позволяют держать оформление в CSS.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Пустое состояние — отдельная ветка рендера до `map`. «Данных нет» и «ничего не найдено» — разные сообщения с разными подсказками.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Состояния загрузки удобно описывать объединением типов (`loading | error | success`), а не парой независимых флагов.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Порядок работы с любым списком: подготовить данные → проверить пустоту → отрендерить `map` с `key`.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Условный рендеринг в React — это обычный JavaScript: инструкция `if` до `return`, ранний выход, тернарный оператор, `&amp;&amp;`, `switch`.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Внутри `{ }` допустимо только выражение; инструкции `if` и `for` выносятся в тело компонента или в функцию-помощник.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`null` из компонента — нормальный способ не рендерить ничего. React не выводит `null`, `undefined`, `false` и `true`.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Ловушка `&amp;&amp;`: число `0` (и `NaN`) falsy, но React покажет его на экране. Слева от `&amp;&amp;` всегда ставим булево выражение: `items.length &gt; 0 &amp;&amp; ...`.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Тернарный оператор — для двух вариантов; при трёх и более используем `switch`, словарь `Record` или отдельный компонент. Вложенные тернарники — антипаттерн.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Списки строятся через `items.map(...)`; результат `map` — новый массив, исходные данные не мутируются.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`key` обязателен для каждого элемента списка и должен быть стабильным и уникальным: `id` из данных, а не индекс и не случайное значение. `key` не передаётся компоненту как prop.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КОНТРОЛЬНЫЕ ВОПРОСЫ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Для самопроверки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Почему внутри фигурных скобок `{ }` в JSX нельзя написать `if` или `for`? Как тогда реализовать ветвление и цикл?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В чём преимущество раннего выхода (`early return`) перед вложенными `if`? Приведите пример.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произойдёт, если компонент вернёт `null`? Какие ещё значения React не выводит на экран?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В чём ловушка конструкции `{items.length &amp;&amp; &lt;List /&gt;}`? Что увидит пользователь при пустом массиве и как это исправить?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Когда использовать тернарный оператор, а когда — `switch` или словарь `Record`? Почему вложенные тернарные операторы считаются плохой практикой?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`key` в списках? Почему его нельзя заменить индексом массива и что конкретно ломается при удалении или сортировке элементов?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Почему `key={Math.random()}` — худший вариант ключа? Что происходит с состоянием компонентов списка в этом случае?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Передаётся ли `key` в компонент как prop? Если компоненту нужен идентификатор элемента, как его правильно передать?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В каком случае для списка требуется `&lt;Fragment key={...}&gt;`, а не короткая запись `&lt;&gt;...&lt;/&gt;`?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Почему фильтрацию и сортировку выполняют до `map`, а не внутри JSX? Почему сортировку делают на копии массива?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реализовать условные CSS-классы и динамические инлайн-стили? Что уместно задавать через `style`, а что — через классы?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Чем отличается пустое состояние «данных нет» от «ничего не найдено»? Как описать состояния загрузки, ошибки и успеха, чтобы они не противоречили друг другу?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Ответить на все вопросы — критерий завершения лекции.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МАТЕРИАЛЫ ПРЕЗЕНТАЦИИ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Исходники и 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Полный код примера — в репозитории раздела React.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Материалы презентации — ссылки и код для самостоятельного изучения.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