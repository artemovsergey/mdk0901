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22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Маршрутизация и защищённые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Научиться настраивать маршрутизацию в React-приложении с помощью React Router v7, создават…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Научиться настраивать маршрутизацию в React-приложении с помощью React Router v7, создавать многостраничные SPA, передавать параметры через адресную строку, обрабатывать несуществующие адреса и защищать маршруты от неавторизованного доступа.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Научиться настраивать маршрутизацию в React-приложении с помощью React Router v7, создавать многостраничные SPA, передавать параметры через адресную строку, обрабатывать несуществующие адреса и защищать маршруты от неавторизованного доступа.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изучившие основы React, компоненты, JSX, хуки и формы (лекции 15–21). Требуется уверенное владение TypeScript и синтаксисом JSX.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Введение: зачем нужен роутер в SPA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Основы React Router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Параметры маршрутов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Обработка ошибок и страница 404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Защищённые маршруты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Ленивая загрузка маршрутов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7. Практика: мини-приложение с защищённым маршрутом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нужен роутер в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Введение: зачем нужен роутер в SPA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Введение: зачем нужен роутер в SPA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нужен роутер в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Что такое маршрутизация в SPA.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SPA (Single Page Application) — приложение, которое загружает одну HTML-страницу и дальше обновляет содержимое без перезагрузки. Браузер запрашивает `index.html` один раз, а React меняет то, что отрисовано в контейнере `div#root`.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Однако пользователю нужны разные экраны и адреса: главная, список товаров, профиль, форма входа. Нужно, чтобы: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маршрутизация в SPA.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нужен роутер в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адрес в строке браузера отражал текущий экран (`/profile/42`);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работали кнопки «назад/вперёд» браузера;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страницу можно было сохранить в закладки и переслать ссылкой;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при прямом заходе на вложенный адрес приложение открывалось на нужном экране.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нужен роутер в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Всем этим занимается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клиентский роутер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Он перехватывает изменения адреса, сопоставляет URL с компонентом и рендерит нужный экран. Перезагрузки страницы не происходит.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Возможности React Router v7: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клиентский роутер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Возможности React Router v7: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нужен роутер в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декларативное описание маршрутов объектами;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вложенные маршруты и общие Layout-компоненты;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динамические параметры (`:id`) и query-параметры (`?page=2`);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программная навигация из кода;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обработка ошибок на уровне маршрута (`errorElement`);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ленивая загрузка (lazy) — код страницы скачивается только при переходе на неё;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интеграция с загрузкой данных (loader/action) — рассматривается в разделе интеграции с бекендом.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нужен роутер в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Установка библиотеки.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React Router v7 основной пакет называется `react-router` (пакет `react-router-dom` оставлен для совместимости и просто реэкспортирует API). Для браузерного SPA устанавливаем один пакет: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Установка библиотеки.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нужен роутер в SPA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 react-router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Основы React Router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Основы React Router — ключевая тема раздела.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Создание роутера.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Роутер описывается один раз в отдельном файле (`src/router.tsx`). Маршруты — это обычный массив объектов: `path` (адрес) и `element` (что показать).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Маршруты — это обычный массив объектов: `path` (адрес) и `element` (что показать).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Создание роутера.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Разберём ключевые поля: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src/router.tsx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createBrowserRouter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RootLayout } from './layouts/RootLayout'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HomePage } from './pages/HomePage'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AboutPage } from './pages/AboutPage'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NotFoundPage } from './pages/NotFoundPage'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router = createBrowserRouter([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path: '/',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element: &lt;RootLayout /&gt;, // общий каркас для всех страниц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children: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index: true, element: &lt;HomePage /&gt; }, // адрес "/"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path: 'about', element: &lt;AboutPage /&gt; }, // адрес "/about"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path: '*', element: &lt;NotFoundPage /&gt; }, // любой несуществующий адрес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`path: '/'` — корневой маршрут, внутри которого живут все остальные;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`children` — дочерние маршруты, адреса которых склеиваются с адресом родителя;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`index: true` — «маршрут по умолчанию» для родителя: срабатывает, когда после `/` ничего не указано. Нельзя одновременно использовать `index` и `path`;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`path: '*'` — catch-all («поймать всё»): сюда попадают любые адреса, не совпавшие с описанными выше.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Подключение роутера в точке входа.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Вместо рендера `&lt;App /&gt;` напрямую мы передаём роутер в компонент `RouterProvider`: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Подключение роутера в точке входа.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`RouterProvider` сам подписывается на изменения адреса и рендерит подходящий элемент. Больше ничего для базовой работы не требуется.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Вложенные маршруты, `Outlet` и общий Layout.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Часто у страниц есть одинаковые части: шапка, меню, подвал. Чтобы не дублировать их в каждой странице, создают Layout-компонент, а меняющуюся часть помечают компонентом `Outlet`.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Вложенные маршруты, `Outlet` и общий Layout.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src/main.tsx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StrictMode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createRoot } from 'react-dom/client'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RouterProvider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router } from './router'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'./index.css'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createRoot(document.getElementById('root')!).render(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&lt;StrictMode&gt;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&lt;RouterProvider router={router}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&lt;/StrictMode&gt;,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src/layouts/RootLayout.tsx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Link, NavLink, Outlet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RootLayout()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className="app"&gt;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&lt;header className="app-header"&gt;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&lt;Link to="/" className="brand"&gt;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MyApp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&lt;nav className="nav"&gt;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{/* NavLink сам знает, активен ли адрес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&lt;NavLink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to="/"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end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className={({ isActive }) =&gt; (isActive ? 'nav-link active' : 'nav-link')}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Главная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&lt;/NavLink&gt;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&lt;NavLink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to="/about"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className={({ isActive }) =&gt; (isActive ? 'nav-link active' : 'nav-link')}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О нас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&lt;/NavLink&gt;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&lt;/nav&gt;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&lt;main className="app-main"&gt;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{/* Сюда React Router подставит дочерний маршрут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&lt;Outlet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&lt;/main&gt;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&lt;footer className="app-footer"&gt;© 2026 MyApp&lt;/footer&gt;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`Outlet` — это «место под дочерний маршрут». Он доступен любому компоненту, который находится в дереве маршрутов (не только непосредственному родителю), поэтому Layout может быть многоуровневым.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Декларативные ссылки `Link` и `NavLink`: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`Outlet` — это «место под дочерний маршрут».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Декларативные ссылки `Link` и `NavLink`: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`Link` — обычная ссылка SPA. Перехватывает клик и меняет адрес без перезагрузки страницы.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`NavLink` — та же ссылка, но её `className` (или `style`, или `children`) может быть функцией, которая получает объект с флагом `isActive`. Так удобно подсвечивать текущий раздел меню.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Для маршрута с `index: true` (`/`) добавьте `end`: иначе `NavLink` будет считать себя активным на всех вложенных адресах, потому что все они начинаются с `/`.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React Router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Простая ссылка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&lt;Link to="/about"&gt;О нас&lt;/Link&gt;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Ссылка с активным состоянием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&lt;NavLink to="/about" className={({ isActive }) =&gt; (isActive ? 'active' : '')}&gt;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О нас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&lt;/NavLink&gt;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Параметры маршрутов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Параметры маршрутов — ключевая тема раздела.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Динамические параметры.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Часть адреса можно объявить переменной — двоеточием перед именем. Значение подставляется во время перехода.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Динамические параметры.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Прочитать значение в компоненте можно хуком `useParams`. Он возвращает объект с параметрами, ключи которого совпадают с именами в `path`: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src/router.tsx (фрагмент)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 path: 'profile/:id', element: &lt;ProfilePage /&gt;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Обратите внимание: `id` — всегда строка. Если нужен числовой идентификатор, преобразуйте его: `Number(id)`.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Несколько параметров описываются так: `path: 'catalog/:category/:id'`. В компоненте они окажутся в одном объекте `useParams()`.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Программная навигация: `useNavigate`.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Иногда переход нужно выполнить не по клику по ссылке, а из кода: после успешной отправки формы, после сохранения данных, кнопкой «Назад». Для этого служит `useNavigate`: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Программная навигация: `useNavigate`.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src/pages/ProfilePage.tsx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useParams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ProfilePage()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useParams возвращает Record&lt;string, string | undefined&gt;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id } = useParams&lt;{ id: string }&gt;()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&lt;h1&gt;Профиль пользователя&lt;/h1&gt;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&lt;p&gt;Id пользователя: {id}&lt;/p&gt;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Объект `navigate` принимает либо адрес строкой, либо число (шаг по истории), либо объект вида `{ pathname, search, hash, state }`.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Query-параметры: `useSearchParams`.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Query-параметры — это часть адреса после знака `?`: `/search?q=react&amp;page=2`. Они не влияют на выбор маршрута, но их удобно использовать для фильтров, сортировки и постраничной навигации.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Хук `useSearchParams` работает по принципу `useState`, но хранит значение в адресной строке: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Query-параметры: `useSearchParams`. Query-параметры — это часть адреса после знака `?`: `/search?q=react&amp;page=2`.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Query-параметры: `useSearchParams`.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src/pages/LoginPage.tsx (фрагмент)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useNavigate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SomeButton()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navigate = useNavigate()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Переход на конкретный адрес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onClick={() =&gt; navigate('/profile/42')}&gt;Открыть профиль&lt;/button&gt;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Переход с заменой записи в истории (нельзя вернуться назад)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onClick={() =&gt; navigate('/home', { replace: true })}&gt;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На главную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Возврат на шаг назад по истории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onClick={() =&gt; navigate(-1)}&gt;Назад&lt;/button&gt;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src/pages/SearchPage.tsx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useSearchParams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SearchPage()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[searchParams, setSearchParams] = useSearchParams()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query = searchParams.get('q') ?? ''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page = Number(searchParams.get('page') ?? '1')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handleChange = (value: string)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Обновляем адрес: /search?q=value&amp;page=1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setSearchParams({ q: value, page: '1'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&lt;h1&gt;Поиск&lt;/h1&gt;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type="search"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value={query}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onChange={(e) =&gt; handleChange(e.target.value)}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placeholder="Что искать?"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Страница {page}, запрос: «{query}»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Полезно: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Параметры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`searchParams.get('key')` — получить одно значение;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`searchParams.getAll('key')` — получить все значения с одинаковым именем;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`searchParams.toString()` — собрать строку запроса;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чтобы добавить параметр, не затирая остальные: `setSearchParams((prev) =&gt; { const next = new URLSearchParams(prev); next.set('page', '2'); return next })`.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Обработка ошибок и страница 404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Обработка ошибок и страница 404 — ключевая тема раздела.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`errorElement` и `useRouteError`.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во время рендера маршрута произошло исключение или не удалось загрузить данные, React Router покажет компонент из `errorElement` ближайшего маршрута (ошибки всплывают вверх по дереву). Это встроенная защита от «белого экрана».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встроенная защита от «белого экрана».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`errorElement` и `useRouteError`.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src/pages/ErrorPage.tsx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isRouteErrorResponse, useRouteError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ErrorPage()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error = useRouteError()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Ошибка уровня HTTP: 404, 401 и т. п.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(isRouteErrorResponse(error))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className="error-page"&gt;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{error.status} — {error.statusText}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{error.data ? &lt;p&gt;{String(error.data)}&lt;/p&gt; : null}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Непредвиденная ошибка 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message = error instanceof Error ? error.message : 'Неизвестная ошибка'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className="error-page"&gt;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&lt;h1&gt;Что-то пошло не так&lt;/h1&gt;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&lt;p&gt;{message}&lt;/p&gt;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Подключим обработчик к корневому маршруту: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`errorElement` можно задать и для отдельного дочернего маршрута — тогда ошибка затронет только его, а общий Layout останется на месте.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Catch-all маршрут для 404.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`errorElement` перехватывает ошибки, но неизвестный адрес — не ошибка: роутер просто не находит совпадения. Чтобы показать страницу «Не найдено», добавьте маршрут `path: '*'` в конец списка дочерних маршрутов: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Catch-all маршрут для 404.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router = createBrowserRouter([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path: '/',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element: &lt;RootLayout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errorElement: &lt;ErrorPage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children: [ /* ... */ 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Порядок маршрутов в массиве для catch-all не критичен (React Router выбирает наиболее точное совпадение), но размещать его последним — хорошая практика для читаемости.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Обработка ошибок и страница 404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 path: '*', element: &lt;NotFoundPage /&gt;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src/pages/NotFoundPage.tsx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Link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NotFoundPage()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 className="not-found"&gt;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&lt;h1&gt;404&lt;/h1&gt;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&lt;p&gt;Такой страницы не существует.&lt;/p&gt;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&lt;Link to="/"&gt;Вернуться на главную&lt;/Link&gt;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Защищённые маршруты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Защищённые маршруты — ключевая тема раздела.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Идея.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Некоторые страницы должны быть доступны только авторизованным пользователям (профиль, настройки, админ-панель). В React Router нет отдельной сущности для «охраны» маршрута — вместо этого используется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компонент-обёртка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который проверяет условие и либо рендерит дочерние маршруты через `Outlet`, либо перенаправляет на страницу входа.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Контекст аутентификации.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Состояние авторизации удобно хранить в контексте (подробнее о контексте — в лекции 19). Упрощённый вариант: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Идея.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компонент-обёртка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Контекст аутентификации.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src/auth/AuthContext.tsx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createContext, useContext, useMemo, useState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ReactNode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User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role: 'user' | 'admin'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AuthContextValue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user: User | null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isAuthenticated: boolean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isAdmin: boolean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login: (email: string, password: string) =&gt; boolean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logout: ()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AuthContext = createContext&lt;AuthContextValue | null&gt;(null)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TOKEN_KEY = 'auth_token'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AuthProvider({ children }: { children: ReactNode })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[user, setUser] = useState&lt;User | null&gt;(()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raw = localStorage.getItem(TOKEN_KEY)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raw ? (JSON.parse(raw) as User) : null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login = (email: string, password: string): boolean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В реальном приложении здесь был бы запрос к API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(email === 'admin@example.com' &amp;&amp; password === 'admin')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const nextUser: User = { id: 1, email, name: 'Администратор', role: 'admin'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setUser(nextUser)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localStorage.setItem(TOKEN_KEY, JSON.stringify(nextUser))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true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false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logout = (): void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setUser(null)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localStorage.removeItem(TOKEN_KEY)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value = useMemo&lt;AuthContextValue&gt;(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() =&gt; 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user,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isAuthenticated: user !== null,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isAdmin: user?.role === 'admin',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login,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logout,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[user],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&lt;AuthContext.Provider value={value}&gt;{children}&lt;/AuthContext.Provider&gt;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Утилита-хук: обращение к контексту с проверкой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useAuth(): AuthContextValue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context = useContext(AuthContext)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(!context)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throw new Error('useAuth должен использоваться внутри AuthProvider')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context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Не забудьте обернуть приложение в `AuthProvider` в `main.tsx`: `&lt;AuthProvider&gt;&lt;RouterProvider router={router} /&gt;&lt;/AuthProvider&gt;`. Провайдер должен находиться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выше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`RouterProvider`, чтобы хуки маршрутов видели контекст.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Компонент `ProtectedRoute`: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выше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Компонент `ProtectedRoute`: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`Navigate` — компонент-перенаправление. При рендере он немедленно меняет адрес. Атрибут `replace` заменяет текущую запись в истории, чтобы кнопка «Назад» не возвращала на закрытую страницу. Через `state` мы передаём информацию о том, откуда пришли.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Подключение защищённых маршрутов.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Группу защищённых страниц оформляют как дочерние маршруты `ProtectedRoute`: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Подключение защищённых маршрутов.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src/auth/ProtectedRoute.tsx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Navigate, Outlet, useLocation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useAuth } from './AuthContext'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ProtectedRoute()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isAuthenticated } = useAuth()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location = useLocation()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(!isAuthenticated)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Сохраняем текущий адрес, чтобы вернуться сюда после входа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&lt;Navigate to="/login" replace state={{ from: location }}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Пользователь авторизован — показываем дочерний маршрут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&lt;Outlet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src/router.tsx (фрагмент)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ProtectedRoute } from './auth/ProtectedRoute'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router = createBrowserRouter([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path: '/',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element: &lt;RootLayout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errorElement: &lt;ErrorPage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children: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index: true, element: &lt;HomePage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path: 'about', element: &lt;AboutPage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path: 'login', element: &lt;LoginPage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// Всё, что вложено в ProtectedRoute, требует авторизации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element: &lt;ProtectedRoute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children: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 path: 'profile/:id', element: &lt;ProfilePage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 path: 'settings', element: &lt;SettingsPage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path: '*', element: &lt;NotFoundPage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],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У маршрута-обёртки нет `path` — он «прозрачен» для адресов и нужен только для проверки доступа.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Разграничение по ролям.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Так же легко добавить проверку роли. Сделаем отдельный компонент `RequireRole`: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Разграничение по ролям.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Использование: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src/auth/RequireRole.tsx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Navigate, Outlet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useAuth } from './AuthContext'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User } from './AuthContext'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RequireRole({ role }: { role: User['role']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isAuthenticated, user } = useAuth()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(!isAuthenticated)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&lt;Navigate to="/login" replace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(user?.role !== role)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&lt;Navigate to="/access-denied" replace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&lt;Outlet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Защищённые маршруты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element: &lt;RequireRole role="admin"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children: [{ path: 'admin', element: &lt;AdminPage /&gt; }],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Ленивая загрузка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Ленивая загрузка маршрутов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Ленивая загрузка маршрутов — ключевая тема раздела.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Ленивая загрузка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большом приложении не нужно скачивать код всех страниц сразу. Ленивая загрузка (lazy) разбивает сборку на части: код страницы подгружается в момент первого перехода на неё.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Способ 1: `React.lazy` + `Suspense`.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`React.lazy` принимает функцию, которая динамически импортирует модуль и возвращает компонент с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экспортом по умолчанию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Пока модуль грузится, `Suspense` показывает запасной интерфейс.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Способ 1: `React.lazy` + `Suspense`.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экспортом по умолчанию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Ленивая загрузка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Чтобы это работало, страница должна использовать экспорт по умолчанию: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Чтобы это работало, страница должна использовать экспорт по умолчанию: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Ленивая загрузка маршрутов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src/router.tsx (фрагмент)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lazy, Suspense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AboutPage = lazy(() =&gt; import('./pages/AboutPage'))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PageLoader()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&lt;p&gt;Загрузка страницы…&lt;/p&gt;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...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path: 'about',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element: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&lt;Suspense fallback={&lt;PageLoader /&gt;}&gt;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&lt;AboutPage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&lt;/Suspense&gt;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Ленивая загрузка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Способ 2: встроенная функция `lazy` у маршрута.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React Router v7 умеет загружать маршрут целиком (компонент, загрузчики данных) по описанию. Это удобнее, потому что `Suspense` не нужен: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удобнее, потому что `Suspense` не нужен: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Способ 2: встроенная функция `lazy` у маршрута.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Ленивая загрузка маршрутов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src/pages/AboutPage.tsx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function AboutPage()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&lt;h1&gt;О нас&lt;/h1&gt;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Ленивая загрузка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Здесь страница может использовать именованный экспорт. React Router сам покажет индикатор загрузки, если задан `hydrateFallbackElement`.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Когда применять.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Ленивую загрузку стоит включать для редко посещаемых тяжёлых страниц: административная панель, редакторы, разделы с большими библиотеками. Главную страницу и Layout обычно грузят сразу.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Когда применять.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Ленивая загрузка маршрутов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path: 'about',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lazy: async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{ AboutPage } = await import('./pages/AboutPage')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{ Component: AboutPage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Практика: мини-приложение с защищённым маршрутом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Практика: мини-приложение с защищённым маршрутом — ключевая тема раздела.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Соберём приложение с четырьмя разделами: главная, «О нас», профиль (только для авторизованных) и вход.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Структура проекта: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Структура проекта: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Страница входа с возвратом на исходный адрес: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Страница входа с возвратом на исходный адрес: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src/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auth/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AuthContext.tsx       # состояние авторизации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ProtectedRoute.tsx    # защита маршрутов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layouts/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RootLayout.tsx        # общий каркас, меню, Outlet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pages/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HomePage.tsx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AboutPage.tsx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ProfilePage.tsx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LoginPage.tsx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NotFoundPage.tsx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ErrorPage.tsx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router.tsx                # конфигурация маршрутов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App.css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index.css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└── main.tsx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src/pages/LoginPage.tsx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FormEvent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useLocation, useNavigate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useAuth } from '../auth/AuthContext'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LocationState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from?: { pathname: string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LoginPage()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login } = useAuth()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navigate = useNavigate()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location = useLocation()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[email, setEmail] = useState('')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[password, setPassword] = useState('')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[error, setError] = useState&lt;string | null&gt;(null)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Адрес, с которого нас перенаправил ProtectedRoute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state = location.state as LocationState | null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from = state?.from?.pathname ?? '/'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handleSubmit = (event: FormEvent&lt;HTMLFormElement&gt;) =&gt;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event.preventDefault()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setError(null)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(login(email, password))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navigate(from, { replace: true }) // возвращаемся туда, куда шли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setError('Неверный email или пароль')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 className="login"&gt;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&lt;h1&gt;Вход&lt;/h1&gt;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&lt;form onSubmit={handleSubmit}&gt;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htmlFor="email"&gt;Email&lt;/label&gt;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value={email}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onChange={(e) =&gt; setEmail(e.target.value)}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required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htmlFor="password"&gt;Пароль&lt;/label&gt;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value={password}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onChange={(e) =&gt; setPassword(e.target.value)}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required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 className="form-error" role="alert"&gt;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{error}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 : null}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 type="submit"&gt;Войти&lt;/button&gt;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 className="hint"&gt;Демо-доступ: admin@example.com / admin&lt;/p&gt;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Страница профиля с параметром и query-параметром: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Страница профиля с параметром и query-параметром: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src/pages/ProfilePage.tsx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useParams, useSearchParams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useAuth } from '../auth/AuthContext'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ProfilePage()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id } = useParams&lt;{ id: string }&gt;()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user } = useAuth()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[searchParams, setSearchParams] = useSearchParams()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editMode = searchParams.get('edit') === 'true'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toggleEdit =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setSearchParams((prev)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const next = new URLSearchParams(prev)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next.set('edit', editMode ? 'false' : 'true')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next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 className="profile"&gt;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&lt;h1&gt;Профиль #{id}&lt;/h1&gt;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&lt;p&gt;Вы вошли как: {user?.name}&lt;/p&gt;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&lt;p&gt;Режим редактирования: {editMode ? 'включён' : 'выключен'}&lt;/p&gt;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onClick={toggleEdit}&gt;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{editMode ? 'Выйти из редактирования' : 'Редактировать'}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Меню в Layout с учётом авторизации: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Меню в Layout с учётом авторизации: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src/layouts/RootLayout.tsx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Link, NavLink, Outlet, useNavigate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useAuth } from '../auth/AuthContext'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RootLayout()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isAuthenticated, user, logout } = useAuth()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navigate = useNavigate()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handleLogout =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logout()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navigate('/')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className="app"&gt;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&lt;header className="app-header"&gt;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&lt;Link to="/" className="brand"&gt;MyApp&lt;/Link&gt;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&lt;nav className="nav"&gt;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&lt;NavLink to="/" end className={({ isActive }) =&gt; (isActive ? 'nav-link active' : 'nav-link')}&gt;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Главная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&lt;/NavLink&gt;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&lt;NavLink to="/about" className={({ isActive }) =&gt; (isActive ? 'nav-link active' : 'nav-link')}&gt;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О нас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&lt;/NavLink&gt;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{isAuthenticated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&lt;NavLink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to={`/profile/${user?.id}`}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className={({ isActive }) =&gt; (isActive ? 'nav-link active' : 'nav-link')}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Профиль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&lt;/NavLink&gt;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&lt;button className="nav-link" onClick={handleLogout}&gt;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Выйти ({user?.name})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 :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&lt;NavLink to="/login" className={({ isActive }) =&gt; (isActive ? 'nav-link active' : 'nav-link')}&gt;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Войти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&lt;/NavLink&gt;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&lt;/nav&gt;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&lt;main className="app-main"&gt;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&lt;Outlet /&gt;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&lt;/main&gt;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Полная конфигурация маршрутов: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Полная конфигурация маршрутов: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src/router.tsx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lazy, Suspense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createBrowserRouter } from 'react-router'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RootLayout } from './layouts/RootLayout'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ProtectedRoute } from './auth/ProtectedRoute'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HomePage } from './pages/HomePage'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LoginPage } from './pages/LoginPage'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ProfilePage } from './pages/ProfilePage'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NotFoundPage } from './pages/NotFoundPage'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ErrorPage } from './pages/ErrorPage'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«О нас» грузим лениво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AboutPage = lazy(() =&gt; import('./pages/AboutPage'))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router = createBrowserRouter([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path: '/',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element: &lt;RootLayout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errorElement: &lt;ErrorPage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children: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index: true, element: &lt;HomePage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path: 'about',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element: (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&lt;Suspense fallback={&lt;p&gt;Загрузка страницы…&lt;/p&gt;}&gt;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&lt;AboutPage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&lt;/Suspense&gt;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path: 'login', element: &lt;LoginPage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element: &lt;ProtectedRoute /&gt;,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children: [{ path: 'profile/:id', element: &lt;ProfilePage /&gt; }],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 path: '*', element: &lt;NotFoundPage /&gt;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мини-приложение с защищённым маршрутом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Запустите `npm run dev` и проверьте: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1.  переходы по меню меняют адрес без перезагрузки;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2.  активный пункт меню подсвечивается;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3.  `/profile/42` перенаправляет на `/login`, а после входа возвращает на `/profile/42`;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4.  `/unknown-page` показывает страницу 404;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5.  параметр `?edit=true` в адресе профиля переключает режим.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Маршрутизация — основа SPA: роутер сопоставляет адрес с компонентом без перезагрузки страницы.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`createBrowserRouter` + `RouterProvider` — современная точка входа React Router v7.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`children` описывают вложенные маршруты, `index` — маршрут по умолчанию, `path: '*'` — страница 404.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`Outlet` — место для дочернего маршрута; позволяет вынести общий Layout.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`Link` — декларативная навигация, `NavLink` умеет подсвечивать активный адрес.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`useParams`, `useNavigate`, `useSearchParams` дают доступ к параметрам и навигации из кода.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`errorElement` и `useRouteError` защищают интерфейс от «белого экрана».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Защищённые маршруты реализуются компонентом-обёрткой с проверкой авторизации и `&lt;Navigate to="/login" state={{ from: location }} /&gt;`.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Ленивая загрузка (`React.lazy` + `Suspense` или `lazy` у маршрута) ускоряет первую загрузку приложения.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держите конфигурацию маршрутов в отдельном файле `router.tsx`;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группируйте защищённые страницы под одним `ProtectedRoute`;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провайдеры контекста размещайте выше `RouterProvider`;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используйте `replace` при служебных перенаправлениях;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лениво грузите редко посещаемые тяжёлые разделы;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всегда предусматривайте страницу 404 и обработчик ошибок.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Маршрутизация — основа SPA: роутер сопоставляет адрес с компонентом без перезагрузки страницы.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`createBrowserRouter` + `RouterProvider` — современная точка входа React Router v7.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`children` описывают вложенные маршруты, `index` — маршрут по умолчанию, `path: '*'` — страница 404.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`Outlet` — место для дочернего маршрута; позволяет вынести общий Layout.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`Link` — декларативная навигация, `NavLink` умеет подсвечивать активный адрес.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`useParams`, `useNavigate`, `useSearchParams` дают доступ к параметрам и навигации из кода.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`errorElement` и `useRouteError` защищают интерфейс от «белого экрана».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клиентская маршрутизация и чем она отличается от обычных переходов по ссылкам?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нужен `RouterProvider` и что ему передают?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Чем `index: true` отличается от `path: ''`? Можно ли использовать их вместе?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Для чего нужен компонент `Outlet`? Как он помогает вынести Layout?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чём разница между `Link` и `NavLink`? Для чего нужен атрибут `end`?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объявить динамический параметр маршрута и прочитать его в компоненте?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выполнить программный переход из кода? Как вернуться на шаг назад по истории?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query-параметры и как их читать и изменять через `useSearchParams`?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реализовать страницу 404? Чем её задача отличается от `errorElement`?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`errorElement` и как получить сведения об ошибке в компоненте?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устроен компонент `ProtectedRoute` и почему он возвращает `Outlet`?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при перенаправлении на страницу входа передаётся `state={{ from: location }}`?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ограничить доступ к маршруту по роли пользователя?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нужна ленивая загрузка маршрутов и какие есть способы её организовать?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Какие требования накладывает `React.lazy` на экспортируемый компонент?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провайдер контекста аутентификации должен располагаться выше `RouterProvider`?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