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19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Взаимодействие компонентов. props, события,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Научиться передавать данные от родительского компонента к дочерним через props, сообщать о…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Научиться передавать данные от родительского компонента к дочерним через props, сообщать о событиях «наверх» через колбэки и организовывать общее состояние через Context. Понять принципы однонаправленного потока данных и подъёма состояния.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Научиться передавать данные от родительского компонента к дочерним через props, сообщать о событиях «наверх» через колбэки и организовывать общее состояние через Context. Понять принципы однонаправленного потока данных и подъёма состояния.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знакомые с основами JavaScript/TypeScript, JSX, props и хуками `useState` (лекции 15–18).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Введение: коммуникация между компонентами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props — данные «сверху вниз»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События — «снизу вверх» через колбэки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Подъём состояния (lifting state up)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Context — общее состояние без «пробрасывания» props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Практические паттерны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Полный пример: переключатель темы и список пользователей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Коммуникация между компонентами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Введение: Коммуникация между компонентами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Введение: Коммуникация между компонентами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Коммуникация между компонентами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Проблема изолированности компонентов: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Каждый компонент в React изолирован: он управляет своим участком интерфейса и не знает о существовании соседей. Это хорошо для переиспользования, но создаёт проблему: как компоненты могут общаться друг с другом?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Ответ прост: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через данные и функции, которые передаются от родителя к детям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Однонаправленный поток данных: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React данные текут в одном направлении: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Данные вниз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от родителя к ребёнку через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props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События вверх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от ребёнка к родителю через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колбэки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(функции, переданные как props).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Ребёнок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никогда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не изменяет props напрямую. Если что-то нужно изменить, он вызывает функцию родителя, а решение принимает родитель. Так состояние остаётся предсказуемым.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хорошо для переиспользования, но создаёт проблему: как компоненты могут общаться друг с другом?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Проблема изолированности компонентов: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Однонаправленный поток данных: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Данные вниз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props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События вверх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колбэки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Коммуникация между компонентами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Родительские и дочерние компоненты: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Родительские и дочерние компоненты: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Коммуникация между компонентами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┌──────────────────────┐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│   Родитель (state)   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└──────────┬───────────┘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props ↓ │ ↑ колбэк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┌──────────┴───────────┐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│       Ребёнок         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└──────────────────────┘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Коммуникация между компонентами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Родитель передаёт данные вниз и получает события вверх.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Parent()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[data, setData] = useState('Значение');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&lt;Child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inputData={data}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onDataChange={setData}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Ребёнок читает props и сообщает об изменениях через вызов колбэка.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ChildProps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inputData: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onDataChange: (value: string)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Child({ inputData, onDataChange }: ChildProps)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value={inputData}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onChange={(event) =&gt; onDataChange(event.target.value)}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Коммуникация между компонентами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Коммуникация между компонентами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внимание: `Child` не хранит своё состояние — им управляет родитель. Это и есть однонаправленный поток данных.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и есть однонаправленный поток данных.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props — Передача данных «сверху вниз»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props — Передача данных «сверху вниз» — ключевая тема раздела.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Синтаксис и базовое использование: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Объявляем компонент, который принимает несколько props. Не забываем `import type` — в шаблоне Vite включён `verbatimModuleSyntax`, поэтому типы импортируются только через `import type`.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Синтаксис и базовое использование: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Родитель подключает компонент и передаёт значения: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src/components/UserCard.tsx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Описываем контракт props: что и в каком типе принимает компонент.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UserCardProps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age: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isActive: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Компонент — обычная функция, которая принимает объект props и возвращает JSX.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UserCard({ userName, email, age, isActive }: UserCardProps)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className="user-card"&gt;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&lt;h3&gt;{userName}&lt;/h3&gt;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&lt;p&gt;Email: {email}&lt;/p&gt;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&lt;p&gt;Возраст: {age}&lt;/p&gt;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&lt;p&gt;Статус: {isActive ? 'Активен' : 'Неактивен'}&lt;/p&gt;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UserCard } from './components/UserCard';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currentUser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name: 'Иван Петров',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email: 'ivan@example.com',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age: 30,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isActive: true,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&lt;UserCard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userName={currentUser.name}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email={currentUser.email}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age={currentUser.age}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isActive={currentUser.isActive}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App;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Более удобный подход — передача объекта целиком: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Когда свойств много, удобнее передавать один объект и описывать его отдельным интерфейсом.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Более удобный подход — передача объекта целиком: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src/types/user.ts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age: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isActive: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src/components/UserCard.tsx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User } from '../types/user';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UserCardProps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user: User;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UserCard({ user }: UserCardProps)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className="user-card"&gt;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&lt;h3&gt;{user.name}&lt;/h3&gt;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&lt;p&gt;Email: {user.email}&lt;/p&gt;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&lt;p&gt;Возраст: {user.age}&lt;/p&gt;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&lt;p&gt;Статус: {user.isActive ? 'Активен' : 'Неактивен'}&lt;/p&gt;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Обязательные и необязательные props: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Необязательные свойства помечаются знаком `?`, а значение по умолчанию задаётся при деструктуризации.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Обязательные и необязательные props: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Родитель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&lt;UserCard user={currentUser} /&gt;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свойство обязательное, TypeScript не даст его забыть: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BadgeProps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text: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Необязательное свойство: можно не передавать.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variant?: 'primary' | 'success' | 'danger';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Badge({ text, variant = 'primary' }: BadgeProps)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&lt;span className={`badge badge-${variant}`}&gt;{text}&lt;/span&gt;;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&lt;Badge text="Новинка" /&gt;                       {/* variant = 'primary'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&lt;Badge text="В наличии" variant="success" /&gt;   {/* variant = 'success' */}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`children` и композиция: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React автоматически передаёт вложенную JSX-разметку в специальное свойство `children`. Это позволяет компонентам-обёрткам принимать любое содержимое.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позволяет компонентам-обёрткам принимать любое содержимое.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`children` и композиция: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Ошибка компиляции: отсутствует обязательное свойство text.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&lt;Badge variant="danger" /&gt;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Всё, что находится между открывающим и закрывающим тегом `&lt;Card&gt;`, попадает в `children`. Это основной механизм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композиции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в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основной механизм композиции в React.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композиции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props — Передача данных «сверху вниз»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ReactNode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CardProps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children: ReactNode;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Card({ title, children }: CardProps)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className="card"&gt;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&lt;h2&gt;{title}&lt;/h2&gt;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className="card-body"&gt;{children}&lt;/div&gt;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&lt;Card title="О студенте"&gt;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&lt;p&gt;Иван Петров&lt;/p&gt;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&lt;p&gt;Группа ИС-21&lt;/p&gt;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&lt;/Card&gt;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События — Отправка событий «снизу вверх» через колбэки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События — Отправка событий «снизу вверх» через колбэки — ключевая тема раздела.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Передача функций как props: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Ребёнок не может изменить состояние родителя. Вместо этого родитель передаёт ребёнку функцию-обработчик, а ребёнок вызывает её в нужный момент.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Передача функций как props: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src/components/Button.tsx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ButtonProps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label: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disabled?: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Колбэк без аргументов и без возвращаемого значения.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onClick: ()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Button({ label, disabled = false, onClick }: ButtonProps)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&lt;button type="button" disabled={disabled} onClick={onClick}&gt;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{label}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Родитель решает, что произойдёт при нажатии.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SavePanel()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[isSaving, setIsSaving] = useState(false);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handleSave =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setIsSaving(true);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...отправка данных на сервер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&lt;Button label="Сохранить" disabled={isSaving} onClick={handleSave}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Соглашение об именовании: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prop-колбэк обычно называют `on&lt;Событие&gt;` (`onDelete`, `onChange`, `onSearch`), а функцию-обработчик в родителе — `handle&lt;Событие&gt;` (`handleDelete`, `handleChange`). Это не требование React, но так код читается однозначно.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Типизация callback-пропсов: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Функция передаётся как обычное значение, поэтому её тип описывается в интерфейсе props.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не требование React, но так код читается однозначно.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Соглашение об именовании: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Типизация callback-пропсов: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SearchBoxProps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placeholder?: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Принимает строку и ничего не возвращает.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onSearchChange: (query: string)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SearchBox({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placeholder = 'Поиск...',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onSearchChange,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}: SearchBoxProps)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type="search"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placeholder={placeholder}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onChange={(event) =&gt; onSearchChange(event.target.value)}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Родитель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UsersPage()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&lt;SearchBox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placeholder="Поиск пользователей..."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onSearchChange={setQuery}   // setQuery имеет тип (value: string)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внимание: `setQuery` из `useState` уже имеет нужную сигнатуру, поэтому его можно передать напрямую. Но если логика сложнее, пишут отдельный обработчик: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Типы событий DOM: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колбэк принимает не значение, а само событие, используется тип из React: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Типы событий DOM: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handleSearchChange = (value: string)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setQuery(value);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Здесь можно добавить, например, сброс страницы пагинации.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Передача данных вместе с событием: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Часто ребёнку нужно сообщить не просто «нажали», а «нажали вот на эту строку».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Передача данных вместе с событием: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ChangeEvent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PhoneInputProps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value: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onChange: (event: ChangeEvent&lt;HTMLInputElement&gt;)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PhoneInput({ value, onChange }: PhoneInputProps)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&lt;input type="tel" value={value} onChange={onChange}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Компонент рейтинга: сообщает родителю выбранное число звёзд.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RatingProps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value: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onChange: (value: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Rating({ value, onChange }: RatingProps)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className="rating"&gt;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{[1, 2, 3, 4, 5].map((star)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key={star}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type="button"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className={star &lt;= value ? 'star active' : 'star'}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aria-label={`Оценка ${star}`}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onClick={() =&gt; onChange(star)}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★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Дочерний компонент ничего не знает о том, как родитель использует оценку. Он лишь сообщает: «выбрали значение `star`».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События — Отправка событий «снизу вверх» через колбэки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Родитель хранит оценку и реагирует на выбор.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UserRating()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[userRating, setUserRating]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&lt;Rating value={userRating} onChange={setUserRating}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&lt;p&gt;Пользователь оценил на: {userRating} из 5&lt;/p&gt;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Подъём состояния (lifting state up)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Подъём состояния (lifting state up) — ключевая тема раздела.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Единственный источник истины: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два компонента должны видеть одни и те же данные и синхронно на них реагировать, состояние поднимают к их ближайшему общему родителю. Это называется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подъёмом состояния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(lifting state up).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Частая ошибка новичка — хранить производные данные в отдельном `useState`: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называется подъёмом состояния (lifting state up).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Единственный источник истины: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подъёмом состояния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Правильно — хранить исходные данные 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вычислять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производные во время рендера: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вычислять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Плохо: два источника истины, которые нужно синхронизировать вручную.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[users, setUsers] = useState&lt;User[]&gt;(initialUsers);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[filteredUsers, setFilteredUsers] = useState&lt;User[]&gt;(initialUsers);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handleSearch = (query: string)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setFilteredUsers(users.filter((u) =&gt; u.name.includes(query)));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Пример: поиск и фильтрация списка: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Родитель владеет и списком, и строкой поиска, а презентационный компонент `SearchBox` только сообщает о вводе.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Пример: поиск и фильтрация списка: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Хорошо: filteredUsers — вычисляемое значение, а не отдельное состояние.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[users, setUsers] = useState&lt;User[]&gt;(initialUsers);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filteredUsers = users.filter((user)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user.name.toLowerCase().includes(query.toLowerCase()),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src/pages/UsersPage.tsx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User } from '../types/user';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SearchBox } from '../components/SearchBox';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UserList } from '../components/UserList';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initialUsers: User[]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1, name: 'Анна Иванова', email: 'anna@company.com', age: 25, isActive: true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2, name: 'Пётр Сидоров', email: 'petr@company.com', age: 34, isActive: false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3, name: 'Мария Козлова', email: 'maria@company.com', age: 29, isActive: true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UsersPage()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Источник истины — родитель.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[users] = useState&lt;User[]&gt;(initialUsers);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Производное значение пересчитывается при каждом рендере.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filteredUsers = users.filter(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(user)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user.name.toLowerCase().includes(query.toLowerCase()) ||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user.email.toLowerCase().includes(query.toLowerCase()),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className="users-page"&gt;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&lt;h1&gt;Список пользователей&lt;/h1&gt;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&lt;SearchBox placeholder="Поиск по имени или email..." onSearchChange={setQuery}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&lt;UserList users={filteredUsers}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Подъём состояния (lifting state 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Такой код проще тестировать и сопровождать: состояние живёт в одном месте, а компоненты ниже остаются «глупыми» и переиспользуемыми.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Context — Общее состояние без «пробрасывания» props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Context — Общее состояние без «пробрасывания» props — ключевая тема раздела.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Проблема prop drilling: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данные нужны глубоко в дереве, их приходится передавать через все промежуточные компоненты, даже если они сами эти данные не используют. Это называют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prop drilling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(«пробрасывание props»).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называют prop drilling («пробрасывание props»).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Проблема prop drilling: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prop drilling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Context решает эту проблему: значение становится доступно любому потомку провайдера напрямую, без промежуточных props.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`createContext`, `Provider`, `useContext`: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Создаём контекст, компонент-провайдер и собственный хук доступа.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`createContext`, `Provider`, `useContext`: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[theme, setTheme] = useState('light');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&lt;Layout theme={theme} setTheme={setTheme}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Layout({ theme, setTheme }: LayoutProps)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Layout сам тему не использует, но обязан передать дальше.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&lt;Sidebar theme={theme} setTheme={setTheme}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Sidebar({ theme, setTheme }: SidebarProps)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&lt;ThemeToggle theme={theme} setTheme={setTheme}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src/context/ThemeContext.tsx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createContext, useContext, useMemo,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ReactNode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Theme = 'light' | 'dark';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Описываем всё, что будет доступно потребителям контекста.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ThemeContextValue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theme: Theme;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toggleTheme: ()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setTheme: (theme: Theme)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Начальное значение null — это признак «контекст ещё не предоставлен».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ThemeContext = createContext&lt;ThemeContextValue | null&gt;(null);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ThemeProviderProps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children: ReactNode;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ThemeProvider({ children }: ThemeProviderProps)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[theme, setTheme] = useState&lt;Theme&gt;('light');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toggleTheme = () =&gt;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setTheme((prev) =&gt; (prev === 'light' ? 'dark' : 'light'));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useMemo не даёт создавать новый объект значения на каждом рендере.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value = useMemo&lt;ThemeContextValue&gt;(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() =&gt; ({ theme, toggleTheme, setTheme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[theme],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&lt;ThemeContext.Provider value={value}&gt;{children}&lt;/ThemeContext.Provider&gt;;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Собственный хук: единая точка доступа к контексту.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useTheme(): ThemeContextValue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context = useContext(ThemeContext);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Понятная ошибка вместо загадочного «cannot read property theme of null».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(context === null)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throw new Error('useTheme должен вызываться внутри ThemeProvider');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context;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Разберём ключевые моменты: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`createContext&lt;ThemeContextValue | null&gt;(null)` — типизируем контекст и разрешаем значение `null` по умолчанию.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`ThemeContext.Provider` — компонент, который «предоставляет» значение всем потомкам.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`useContext(ThemeContext)` — читает ближайшее значение провайдера.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Собственный хук `useTheme`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инкапсулирует проверку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 делает код потребителей чище.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Потребитель контекста: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инкапсулирует проверку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Потребитель контекста: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Компонент `ThemeToggle` можно разместить на любой глубине дерева внутри `ThemeProvider` — props через промежуточные компоненты передавать не нужно.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Композиция нескольких провайдеров: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реальном приложении контекстов несколько. Их удобно собрать в один компонент `AppProviders`.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Композиция нескольких провайдеров: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src/components/ThemeToggle.tsx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useTheme } from '../context/ThemeContext';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ThemeToggle()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theme, toggleTheme } = useTheme();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&lt;button type="button" onClick={toggleTheme}&gt;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{theme === 'light' ? '🌙 Тёмная тема' : '☀️ Светлая тема'}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src/app/AppProviders.tsx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ReactNode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ThemeProvider } from '../context/ThemeContext';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AuthProvider } from '../context/AuthContext';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ToastProvider } from '../context/ToastContext';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AppProvidersProps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children: ReactNode;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AppProviders({ children }: AppProvidersProps)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&lt;ThemeProvider&gt;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&lt;AuthProvider&gt;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&lt;ToastProvider&gt;{children}&lt;/ToastProvider&gt;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&lt;/AuthProvider&gt;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&lt;/ThemeProvider&gt;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src/main.tsx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StrictMode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createRoot } from 'react-dom/client';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'./index.css';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App from './App';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AppProviders } from './app/AppProviders';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createRoot(document.getElementById('root')!).render(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&lt;StrictMode&gt;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&lt;AppProviders&gt;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&lt;App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&lt;/AppProviders&gt;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&lt;/StrictMode&gt;,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Важно помнить: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при изменении значения контекста перерисовываются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все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его потребители. Поэтому: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храните в одном контексте логически связанные данные (тема — отдельно, авторизация — отдельно);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не кладите в контекст то, что можно передать обычными props.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Когда контекст уместен, а когда достаточно props: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Важно помнить: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Когда контекст уместен, а когда достаточно props: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Ситуация | Решение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---------- | ---------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Данные нужны одному-двум прямым детям | Обычные </a:t>
            </a:r>
            <a:r>
              <a:rPr sz="1300" b="1" i="0">
                <a:solidFill>
                  <a:srgbClr val="212529"/>
                </a:solidFill>
                <a:latin typeface="Segoe UI"/>
              </a:rPr>
              <a:t>props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Значение нужно многим компонентам на разной глубине | </a:t>
            </a:r>
            <a:r>
              <a:rPr sz="1300" b="1" i="0">
                <a:solidFill>
                  <a:srgbClr val="212529"/>
                </a:solidFill>
                <a:latin typeface="Segoe UI"/>
              </a:rPr>
              <a:t>Context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Редко меняющиеся глобальные данные (тема, язык, текущий пользователь) | </a:t>
            </a:r>
            <a:r>
              <a:rPr sz="1300" b="1" i="0">
                <a:solidFill>
                  <a:srgbClr val="212529"/>
                </a:solidFill>
                <a:latin typeface="Segoe UI"/>
              </a:rPr>
              <a:t>Context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Часто меняющиеся данные, сложная логика, кэш сервера | Специализированные библиотеки (в лекции 23 — Zustand)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— Общее состояние без «пробрасывания»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Правило простое: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начинайте с props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Context подключайте, когда появляется реальное «пробрасывание» через несколько уровней.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Context подключайте, когда появляется реальное «пробрасывание» через несколько уровней.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начинайте с props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Практические паттерны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Практические паттерны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Практические паттерны — ключевая тема раздела.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Практические паттерны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Компонент-контейнер и презентационные компоненты: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Разделим ответственность: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Контейнер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(«умный» компонент) владеет состоянием и логикой, обрабатывает события.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Презентационные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компоненты только отображают данные и вызывают переданные колбэки.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Компонент-контейнер и презентационные компоненты: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Контейнер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Презентационные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Практические паттерны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Компонент списка с действиями: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Презентационный компонент ничего не удаляет сам — он сообщает о намерении.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Компонент списка с действиями: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Практические паттерны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Контейнер владеет состоянием и логикой.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UserListContainer()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[users, setUsers] = useState&lt;User[]&gt;(initialUsers);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handleDelete = (userId: number)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setUsers((prev) =&gt; prev.filter((user) =&gt; user.id !== userId));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handleSelect = (user: User)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console.log('Выбран пользователь:', user);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&lt;UserList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users={users}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onDelete={handleDelete}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onSelect={handleSelect}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Практические паттерны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src/components/UserList.tsx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User } from '../types/user';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users: User[];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isLoading?: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Колбэки: ребёнок сообщает о действии, решение принимает родитель.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onDelete: (userId: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onSelect: (user: User)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UserList({ users, isLoading = false, onDelete, onSelect }: UserListProps)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(isLoading)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&lt;p&gt;Загрузка...&lt;/p&gt;;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(users.length === 0)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&lt;p&gt;Пользователи не найдены&lt;/p&gt;;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className="user-list"&gt;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{users.map((user)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key={user.id} className="user-item"&gt;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Практические паттерны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&lt;span&gt;{user.name}&lt;/span&gt;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&lt;span&gt;{user.email}&lt;/span&gt;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className="actions"&gt;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 type="button" aria-label={`Профиль ${user.name}`} onClick={() =&gt; onSelect(user)}&gt;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👁️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 type="button" aria-label={`Удалить ${user.name}`} onClick={() =&gt; onDelete(user.id)}&gt;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🗑️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Практические паттерны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 на `key={user.id}` — React использует ключ, чтобы правильно сопоставлять элементы списка при обновлении.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Полный пример: Переключатель темы и список пользователей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Полный пример: Переключатель темы и список пользователей — ключевая тема раздела.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Соберём всё вместе: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тема оформления хранится в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Context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 доступна в любой части приложения;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список пользователей хранится в состоянии родителя, а удаление выполняется через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колбэк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1. Контекст темы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(файл `src/context/ThemeContext.tsx` показан выше).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2. Карточка пользователя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презентационный компонент с колбэком удаления.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колбэк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1. Контекст темы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2. Карточка пользователя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src/components/UserCard.tsx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User } from '../types/user';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UserCardProps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user: User;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showDeleteButton?: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onDelete: (userId: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UserCard({ user, showDeleteButton = true, onDelete }: UserCardProps)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className={user.isActive ? 'user-card online' : 'user-card'}&gt;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className="user-info"&gt;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&lt;h3&gt;{user.name}&lt;/h3&gt;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className="email"&gt;{user.email}&lt;/p&gt;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className="status"&gt;{user.isActive ? 'В сети' : 'Не в сети'}&lt;/p&gt;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className="user-actions"&gt;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{showDeleteButton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type="button"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className="btn-danger"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onClick={() =&gt; onDelete(user.id)}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🗑️ Удалить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3. Страница списка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владеет данными и фильтрацией, использует тему из контекста.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3. Страница списка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src/pages/UserListPage.tsx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User } from '../types/user';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useTheme } from '../context/ThemeContext';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ThemeToggle } from '../components/ThemeToggle';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SearchBox } from '../components/SearchBox';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UserCard } from '../components/UserCard';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mockUsers: User[]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1, name: 'Анна Иванова', email: 'anna@company.com', age: 25, isActive: true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2, name: 'Пётр Сидоров', email: 'petr@company.com', age: 34, isActive: false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3, name: 'Мария Козлова', email: 'maria@company.com', age: 29, isActive: true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UserListPage()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Тема приходит из контекста — props через посредников не нужны.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theme } = useTheme();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Список и строка поиска — состояние родителя (единственный источник истины).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[users, setUsers] = useState&lt;User[]&gt;(mockUsers);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Производное значение: фильтруем список при рендере.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filteredUsers = users.filter(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(user)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user.name.toLowerCase().includes(query.toLowerCase()) ||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user.email.toLowerCase().includes(query.toLowerCase()),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Событие «снизу вверх»: удаляем пользователя по id.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handleDeleteUser = (userId: number)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setUsers((prev) =&gt; prev.filter((user) =&gt; user.id !== userId));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handleResetFilters =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setQuery('');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className={`user-list-page theme-${theme}`}&gt;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&lt;header className="page-header"&gt;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&lt;h1&gt;Список пользователей&lt;/h1&gt;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&lt;p&gt;Всего пользователей: {users.length}&lt;/p&gt;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&lt;ThemeToggle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className="filters"&gt;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&lt;SearchBox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placeholder="Поиск по имени или email..."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onSearchChange={setQuery}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className="user-grid"&gt;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{filteredUsers.map((user)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&lt;UserCard key={user.id} user={user} onDelete={handleDeleteUser}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{filteredUsers.length === 0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className="empty-state"&gt;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&lt;p&gt;😔 Пользователи не найдены&lt;/p&gt;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 type="button" onClick={handleResetFilters}&gt;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Сбросить фильтры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 на разделение ролей: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`UserListPage`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владеет состоянием `users` и `query`, принимает решения об удалении.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`UserCard`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только отображает данные и вызывает `onDelete(user.id)`.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`ThemeContext`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избавляет от передачи темы через промежуточные компоненты.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`SearchBox`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не хранит строку поиска — она живёт у родителя (подъём состояния).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4. Точка входа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оборачиваем приложение в `ThemeProvider`.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`UserListPage`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`UserCard`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`ThemeContext`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`SearchBox`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4. Точка входа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Анонс: глобальное состояние и Zustand.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Context отлично подходит для редко меняющихся данных: тема, язык, текущий пользователь. Но если в контексте хранить часто обновляемое состояние (например, большой список с фильтрами и серверной синхронизацией), перерисовка всех потребителей может стать узким местом. В лекции 23 мы познакомимся с библиотекой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Zustand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лёгким менеджером глобального состояния, который решает эту задачу аккуратнее и не требует оборачивать дерево в провайдеры.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Анонс: глобальное состояние и Zustand.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Zustand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Полный пример: Переключатель темы и список пользователей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ThemeProvider } from './context/ThemeContext';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UserListPage } from './pages/UserListPage';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&lt;ThemeProvider&gt;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&lt;UserListPage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&lt;/ThemeProvider&gt;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App;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props — данные «сверху вниз»: родитель передаёт их как атрибуты JSX.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Колбэки — события «снизу вверх»: ребёнок вызывает функцию, переданную родителем.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Однонаправленный поток данных — основа предсказуемости приложения.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`children` — механизм композиции: любая JSX-разметка между тегами компонента.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Подъём состояния — общее состояние живёт у ближайшего общего родителя, производные значения вычисляются, а не дублируются в `useState`.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Context (`createContext` → `Provider` → `useContext`) убирает «пробрасывание» props через промежуточные компоненты.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Собственный хук `useTheme` с проверкой на `null` даёт понятную ошибку и чистый API.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Когда Context: много потребителей, разная глубина, редко меняющиеся данные.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Когда props: один-два получателя, локальные данные — props проще и прозрачнее.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props — данные «сверху вниз»: родитель передаёт их как атрибуты JSX.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Колбэки — события «снизу вверх»: ребёнок вызывает функцию, переданную родителем.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Однонаправленный поток данных — основа предсказуемости приложения.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`children` — механизм композиции: любая JSX-разметка между тегами компонента.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Подъём состояния — общее состояние живёт у ближайшего общего родителя, производные значения вычисляются, а не дублируются в `useState`.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Context (`createContext` → `Provider` → `useContext`) убирает «пробрасывание» props через промежуточные компоненты.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Собственный хук `useTheme` с проверкой на `null` даёт понятную ошибку и чистый API.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в React передать данные от родительского компонента к дочернему? Приведите пример.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дочерний компонент не должен изменять полученные props?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дочерний компонент может сообщить родителю о произошедшем событии?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типизировать callback-prop в TypeScript? Приведите пример с аргументом.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разница между обязательными и необязательными props? Как задать значение по умолчанию?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`children`? Как он помогает строить переиспользуемые компоненты-обёртки?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prop drilling и какую проблему он создаёт?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подъём состояния (lifting state up) и зачем он нужен?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вычисляемые данные лучше не хранить в отдельном `useState`?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Опишите шаги создания контекста: `createContext`, `Provider`, `useContext`.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типизировать контекст как `T | null` и проверять значение в собственном хуке?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каких случаях достаточно обычных props, а когда стоит использовать Context?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