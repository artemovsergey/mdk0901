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FD4E8"/>
                </a:solidFill>
                <a:latin typeface="Segoe UI"/>
              </a:rPr>
              <a:t>ИП 242 / ИП 245 / ИП 246 · Раздел 5. React · 2 академических часа (90 мин)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9FC5E6"/>
                </a:solidFill>
                <a:latin typeface="Segoe UI"/>
              </a:rPr>
              <a:t>Лекция 20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Кастомные хуки и форматирование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8E4F0"/>
                </a:solidFill>
                <a:latin typeface="Segoe UI"/>
              </a:rPr>
              <a:t>Каждый слайд содержит выделенный блок “ЧТО ЗАКОНСПЕКТИРОВАТЬ” — определения и ключевые термины, которые студенты записывают в конспект.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ЦЕЛЬ 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Научиться выносить переиспользуемую логику в собственные хуки, типизировать их с помощью д…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12529"/>
                </a:solidFill>
                <a:latin typeface="Segoe UI"/>
              </a:rPr>
              <a:t>Научиться выносить переиспользуемую логику в собственные хуки, типизировать их с помощью дженериков и форматировать данные средствами встроенного объекта `Intl` (числа, даты, относительное время).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2920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2920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3892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Научиться выносить переиспользуемую логику в собственные хуки, типизировать их с помощью дженериков и форматировать данные средствами встроенного объекта `Intl` (числа, даты, относительное время).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АУДИТОРИЯ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Кому предназначена лекция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2529"/>
                </a:solidFill>
                <a:latin typeface="Segoe UI"/>
              </a:rPr>
              <a:t>Студенты, знакомые с хуками `useState`, `useEffect`, `useMemo`, `useCallback` (лекции 18–19).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Требования: пройдены предыдущие лекции раздела React.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ПЛАН 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 чём пойдёт речь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1. Введение: зачем нужны кастомные хуки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2. Правила создания собственных хуков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3. Простые кастомные хуки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4. Хуки с побочными эффектами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5. Типизация хуков дженериками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6. Композиция хуков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7. Форматирование данных через `Intl`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8. Практический пример: страница с ценами и датами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План лекции — последовательность тем, которые разбираются на паре (90 мин).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зачем нужны кастомные хуки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Введение: зачем нужны кастомные хуки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Введение: зачем нужны кастомные хуки — ключевая тема раздела.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зачем нужны кастомные хуки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Переиспользование логики, а не разметки.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 React переиспользовать интерфейс помогают компоненты. Но часто переиспользовать нужно не разметку, а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логику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: подписку на данные, работу с `localStorage`, отложенное значение, таймеры, позицию окна. Раньше для этого применяли HOC и render props, а сегодня —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кастомные хуки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Кастомный хук — это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обычная функция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, имя которой начинается с `use` и которая внутри вызывает другие хуки (`useState`, `useEffect`, `useMemo` и т. д.). Хук не возвращает JSX — он возвращает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данные и функции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Переиспользование логики, а не разметки.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логику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кастомные хуки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обычная функция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данные и функции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зачем нужны кастомные хуки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Правила хуков (Rules of Hooks).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Хуки — не магия, а соглашение, которое React проверяет во время работы: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1.  Вызывайте хуки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только на верхнем уровне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компонента или другого хука. Нельзя вызывать их внутри условий, циклов и вложенных функций.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2.  Вызывайте хуки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только из компонентов React или из других хуков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не из обычных функций.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3.  Имя собственного хука должно начинаться с `use`.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Правила хуков (Rules of Hooks).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только на верхнем уровне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только из компонентов React или из других хуков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зачем нужны кастомные хуки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Логика использования переключателя вынесена в отдельный хук.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useToggle(initialValue = false)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[value, setValue] = useState(initialValue);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toggle = () =&gt; setValue((prev) =&gt; !prev);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[value, toggle] as const;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Компонент использует готовую логику и остаётся коротким.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Menu()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[isOpen, toggleOpen] = useToggle(false);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type="button" onClick={toggleOpen}&gt;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{isOpen ? 'Закрыть меню' : 'Открыть меню'}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{isOpen &amp;&amp; &lt;nav&gt;«…пункты меню…»&lt;/nav&gt;}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зачем нужны кастомные хуки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Почему хуки заменили HOC и render props.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До появления хуков логику переиспользовали двумя способами.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*HOC (Higher-Order Component)* — функция, которая принимает компонент и возвращает новый компонент, «оборачивая» его и передавая дополнительные props: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Почему хуки заменили HOC и render props.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зачем нужны кастомные хуки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❌ Плохо: хук внутри условия — порядок вызовов меняется между рендерами.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Bad({ isEnabled }: { isEnabled: boolean })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(isEnabled)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[value, setValue] = useState(0); // так нельзя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✅ Хорошо: хук вызывается всегда, а логика — по условию.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Good({ isEnabled }: { isEnabled: boolean })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[value, setValue] = useState(0);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(isEnabled)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…работаем со значением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зачем нужны кастомные хуки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*Render props* — компонент принимает функцию и вызывает её, передавая данные: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зачем нужны кастомные хуки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Пример HOC: подписывает компонент на ширину окна.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withWindowWidth&lt;P extends object&gt;(Component: React.ComponentType&lt;P &amp; { width: number }&gt;)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function Wrapped(props: P)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width = useWindowWidth();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&lt;Component {...props} width={width} /&gt;;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зачем нужны кастомные хуки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Проблемы обоих подходов: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«Ад обёрток»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: дерево компонентов в DevTools становится вложенным и малопонятным.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Конфликты имён props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: обёртка может перезаписать чужое свойство.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Сложная типизация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: в TypeScript вывести типы HOC непросто.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Плохая композиция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: объединить несколько HOC или render props неудобно.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Хуки решают это: логика живёт в функции, вызывается прямо в компоненте,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без создания лишних компонентов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, и легко компонуется.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«Ад обёрток»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Конфликты имён props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Сложная типизация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Плохая композиция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без создания лишних компонентов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зачем нужны кастомные хуки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&lt;Mouse render={(position) =&gt; &lt;p&gt;Курсор: {position.x}, {position.y}&lt;/p&gt;} /&gt;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зачем нужны кастомные хуки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&gt; Подробнее о правилах и философии хуков — в документации React: [react.dev/reference/rules](https://react.dev/reference/rules).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зачем нужны кастомные хуки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Та же логика хуком — без обёрток и без новых компонентов.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Header()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width = useWindowWidth();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&lt;p&gt;Ширина окна: {width}px&lt;/p&gt;;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Правила создания собственных хуков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Правила создания собственных хуков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Правила создания собственных хуков — ключевая тема раздела.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Правила создания собственных хуков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Имя начинается с `use`.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Без префикса `use` React не будет считать функцию хуком и не сможет проверить правила вызовов, а линтер не подскажет об ошибке.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Имя начинается с `use`.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Правила создания собственных хуков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Вызов только на верхнем уровне.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Порядок вызовов хуков должен быть одинаковым при каждом рендере — именно так React «привязывает» состояние к нужному хуку.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Вызов только на верхнем уровне.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Правила создания собственных хуков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✅ Правильно: useSort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useSort&lt;T&gt;(items: T[]) { /* … */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❌ Неправильно: sortItems — это уже не хук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sortItems&lt;T&gt;(items: T[]) { /* … */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Правила создания собственных хуков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Из чего можно вызывать хук.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Кастомный хук можно вызывать из компонента и из другого хука. Нельзя — из обычной функции, обработчика события или асинхронного колбэка.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Из чего можно вызывать хук.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Правила создания собственных хуков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✅ Порядок вызовов всегда одинаков.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Profile()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[name, setName] = useState('');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[age, setAge] = useState(0);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useEffect(() =&gt; { /* … */ }, []);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&lt;p&gt;{name}, {age}&lt;/p&gt;;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❌ Порядок может измениться — React потеряет соответствие состояния.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Profile({ showAge }: { showAge: boolean })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[name, setName] = useState('');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(showAge)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[age, setAge] = useState(0);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Правила создания собственных хуков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✅ Компонент вызывает хук.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App()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[isOpen, toggleOpen] = useToggle();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&lt;button type="button" onClick={toggleOpen}&gt;{String(isOpen)}&lt;/button&gt;;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❌ Хук внутри обработчика события — нарушение правил.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App()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handleClick = 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[isOpen, toggleOpen] = useToggle(); // так нельзя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&lt;button type="button" onClick={handleClick}&gt;Нажми&lt;/button&gt;;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Простые кастомные хуки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Простые кастомные хуки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Простые кастомные хуки — ключевая тема раздела.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Простые кастомные хуки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`useToggle`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переключатель булева значения.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`useToggle`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Простые кастомные хуки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src/hooks/useToggle.ts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useCallback, useState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Возвращаем кортеж: [значение, функция-переключатель].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useToggle(initialValue = false): [boolean, () =&gt; void]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[value, setValue] = useState(initialValue);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useCallback сохраняет одну и ту же ссылку на функцию между рендерами.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toggle = useCallback(()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setValue((prev) =&gt; !prev);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 []);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[value, toggle];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Использование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Modal()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[isOpen, toggleOpen] = useToggle(false);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type="button" onClick={toggleOpen}&gt;Показать окно&lt;/button&gt;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{isOpen &amp;&amp;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&lt;div role="dialog" aria-modal="true" className="modal"&gt;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&lt;p&gt;Содержимое окна&lt;/p&gt;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Простые кастомные хуки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&lt;button type="button" onClick={toggleOpen}&gt;Закрыть&lt;/button&gt;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Простые кастомные хуки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`useLocalStorage&lt;T&gt;`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состояние, которое сохраняется в браузере и переживает перезагрузку страницы.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`useLocalStorage&lt;T&gt;`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Простые кастомные хуки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src/hooks/useLocalStorage.ts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useCallback, useState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useLocalStorage&lt;T&gt;(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key: string,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initialValue: T,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): [T, (value: T) =&gt; void]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Ленивая инициализация: читаем localStorage только один раз, при первом рендере.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[storedValue, setStoredValue] = useState&lt;T&gt;(()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try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const item = window.localStorage.getItem(key);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item ? (JSON.parse(item) as T) : initialValue;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 catch (error)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console.warn(`Не удалось прочитать ключ "${key}" из localStorage`, error);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initialValue;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setValue = useCallback(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(value: T)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try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setStoredValue(value);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window.localStorage.setItem(key, JSON.stringify(value));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} catch (error) {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Простые кастомные хуки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console.warn(`Не удалось записать ключ "${key}" в localStorage`, error);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[key],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[storedValue, setValue];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Простые кастомные хуки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Почему ленивая инициализация важна: если бы мы читали `localStorage` на каждом рендере, это было бы медленнее и могло бы затирать уже введённые пользователем данные.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Простые кастомные хуки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Использование: тема сохраняется между визитами.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type Theme = 'light' | 'dark';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Settings()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[theme, setTheme] = useLocalStorage&lt;Theme&gt;('theme', 'light');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Тема: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&lt;select value={theme} onChange={(event) =&gt; setTheme(event.target.value as Theme)}&gt;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&lt;option value="light"&gt;Светлая&lt;/option&gt;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&lt;option value="dark"&gt;Тёмная&lt;/option&gt;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&lt;/select&gt;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Хуки с побочными эффектами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Хуки с побочными эффектами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Хуки с побочными эффектами — ключевая тема раздела.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Хуки с побочными эффектами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`useDebounce`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откладывает обновление значения. Полезен для поиска: пока пользователь печатает, мы не шлём запрос на каждую букву.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`useDebounce`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Хуки с побочными эффектами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src/hooks/useDebounce.ts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useEffect, useState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Дженерик &lt;T&gt; — хук работает со значением любого типа.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useDebounce&lt;T&gt;(value: T, delay = 500): 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[debouncedValue, setDebouncedValue] = useState(value);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Заводим таймер на delay миллисекунд.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timerId = window.setTimeout(()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setDebouncedValue(value);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}, delay);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Очистка: если value или delay изменились раньше — таймер сбрасывается.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() =&gt; window.clearTimeout(timerId);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 [value, delay]);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debouncedValue;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Использование: запрос выполняется только после паузы в вводе.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SearchUsers()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[query, setQuery] = useState('');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debouncedQuery = useDebounce(query, 400);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Хуки с побочными эффектами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if (!debouncedQuery) return;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console.log('Ищем:', debouncedQuery);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Здесь будет запрос к API.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 [debouncedQuery]);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type="search"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value={query}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placeholder="Поиск..."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onChange={(event) =&gt; setQuery(event.target.value)}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Хуки с побочными эффектами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Именно функция очистки (`return () =&gt; …`) делает эффект корректным: при каждом новом вводе старый таймер отменяется, и срабатывает только последний.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`useFetch&lt;T&gt;`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получение данных с состояниями «загрузка», «ошибка», «данные».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`useFetch&lt;T&gt;`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Хуки с побочными эффектами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src/hooks/useFetch.ts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useEffect, useState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Универсальный тип результата для любых данных.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UseFetchResult&lt;T&gt;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data: T | null;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loading: boolean;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error: string | null;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useFetch&lt;T&gt;(url: string): UseFetchResult&lt;T&gt;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[data, setData] = useState&lt;T | null&gt;(null);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[loading, setLoading] = useState(true);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[error, setError] = useState&lt;string | null&gt;(null);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AbortController позволяет отменить запрос при размонтировании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или при изменении url — иначе получим обновление «мёртвого» компонента.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controller = new AbortController();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async function load()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setLoading(true);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setError(null);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Хуки с побочными эффектами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try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const response = await fetch(url, { signal: controller.signal 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if (!response.ok)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throw new Error(`Ошибка запроса: ${response.status}`);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const result = (await response.json()) as 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setData(result);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} catch (err)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// Отменённый запрос — не ошибка, просто выходим.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if (err instanceof DOMException &amp;&amp; err.name === 'AbortError')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return;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setError(err instanceof Error ? err.message : 'Неизвестная ошибка');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} finally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if (!controller.signal.aborted)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setLoading(false);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load();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Хуки с побочными эффектами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Функция очистки: React вызовет её при смене url или размонтировании.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() =&gt; controller.abort();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 [url]);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{ data, loading, error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Хуки с побочными эффектами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Использование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User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name: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email: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UserList()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 data: users, loading, error } = useFetch&lt;User[]&gt;('/api/users');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(loading) return &lt;p&gt;Загрузка…&lt;/p&gt;;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(error) return &lt;p role="alert"&gt;Ошибка: {error}&lt;/p&gt;;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(!users || users.length === 0) return &lt;p&gt;Пользователи не найдены&lt;/p&gt;;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{users.map((user)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&lt;li key={user.id}&gt;{user.name} — {user.email}&lt;/li&gt;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Хуки с побочными эффектами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&gt; В боевых проектах для серверных данных обычно используют TanStack Query (лекция 33). `useFetch` — учебный пример, который показывает, как устроена такая логика «под капотом».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Типизация хуков дженериками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Типизация хуков дженериками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Типизация хуков дженериками — ключевая тема раздела.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Типизация хуков дженериками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Зачем нужны `&lt;T&gt;`.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Дженерик позволяет хуку быть универсальным, но сохранять строгую типизацию у вызывающей стороны.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Зачем нужны `&lt;T&gt;`. Дженерик позволяет хуку быть универсальным, но сохранять строгую типизацию у вызывающей стороны.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Зачем нужны `&lt;T&gt;`.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Типизация хуков дженериками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Ограничения (`extends`).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Если хуку нужны не любые значения, а, например, объекты с определённым полем, используем ограничение.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Ограничения (`extends`).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Типизация хуков дженериками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Без дженерика пришлось бы использовать any и терять подсказки типов.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useFirst&lt;T&gt;(items: T[]): T | undefined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items[0];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TypeScript сам выведет T = string.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first = useFirst(['а', 'б', 'в']); // string | undefined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Или T = User, если указать явно.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firstUser = useFirst&lt;User&gt;(users); // User | undefined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Типизация хуков дженериками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Возврат кортежа или объекта.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Возврат кортежа или объекта.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Типизация хуков дженериками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T обязан иметь поле id.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useById&lt;T extends { id: number }&gt;(items: T[], id: number): T | undefined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items.find((item) =&gt; item.id === id);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user = useById(users, 2); // TypeScript знает, что у результата есть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Типизация хуков дженериками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Правило простое: одно-два значения — кортеж; три и больше — объект.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Типизация хуков дженериками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Кортеж: удобно переименовывать через деструктуризацию.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[isOpen, toggleOpen] = useToggle(false);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Объект: понятнее, когда значений много.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{ data, loading, error } = useFetch&lt;User[]&gt;('/api/users');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Композиция хуков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Композиция хуков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Композиция хуков — ключевая тема раздела.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Композиция хуков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Хуки можно собирать друг из друга — это их главное преимущество перед HOC и render props.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Хуки можно собирать друг из друга — это их главное преимущество перед HOC и render props.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Композиция хуков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src/hooks/useUserSearch.ts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useDebounce } from './useDebounce';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useFetch } from './useFetch';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User } from '../types/user';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useUserSearch(query: string)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Откладываем запрос, пока пользователь печатает.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debouncedQuery = useDebounce(query, 400);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Формируем url и делегируем загрузку другому хуку.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url = debouncedQuery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? `/api/users?search=${encodeURIComponent(debouncedQuery)}`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: '/api/users';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 data, loading, error } = useFetch&lt;User[]&gt;(url);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{ users: data ?? [], loading, error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Компонент вообще не знает о деталях: debounce и fetch спрятаны в хуке.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UsersPage()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[query, setQuery] = useState('');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 users, loading, error } = useUserSearch(query);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Композиция хуков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type="search"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value={query}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placeholder="Поиск пользователей…"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onChange={(event) =&gt; setQuery(event.target.value)}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{loading &amp;&amp; &lt;p&gt;Загрузка…&lt;/p&gt;}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{error &amp;&amp; &lt;p role="alert"&gt;{error}&lt;/p&gt;}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{users.map((user)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&lt;li key={user.id}&gt;{user.name}&lt;/li&gt;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Композиция хуков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Компонент стал декларативным: он описывает,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что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показать, а не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как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загружать и фильтровать данные.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Форматирование данных через `Intl`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Форматирование данных через `Intl`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Форматирование данных через `Intl` — ключевая тема раздела.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Форматирование данных через `Intl`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Встроенный объект `Intl` умеет форматировать числа, валюты и даты по правилам разных языков — без сторонних библиотек. Достаточно создать «форматтер» один раз (вне компонента) и переиспользовать его.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`Intl.NumberFormat` — цены в рублях.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`Intl.NumberFormat` — цены в рублях.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Форматирование данных через `Intl`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Форматирование обычных чисел — проценты, разряды, знаки после запятой: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Форматирование данных через `Intl`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src/utils/formatters.ts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Один форматтер на всё приложение — так эффективнее.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priceFormatter = new Intl.NumberFormat('ru-RU',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style: 'currency',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currency: 'RUB',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minimumFractionDigits: 2,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maximumFractionDigits: 2,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priceFormatter.format(12990.5);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"12 990,50 ₽" (разделитель разрядов — неразрывный пробел)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Форматирование данных через `Intl`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`Intl.DateTimeFormat` — дата и время (`ru-RU`).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`Intl.DateTimeFormat` — дата и время (`ru-RU`).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Форматирование данных через `Intl`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percentFormatter = new Intl.NumberFormat('ru-RU',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style: 'percent',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maximumFractionDigits: 1,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percentFormatter.format(0.873); // "87,3 %"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numberFormatter = new Intl.NumberFormat('ru-RU');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numberFormatter.format(1234567); // "1 234 567"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Форматирование данных через `Intl`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Компонент форматированной даты: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Форматирование данных через `Intl`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dateFormatter = new Intl.DateTimeFormat('ru-RU',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day: '2-digit',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month: 'long',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year: 'numeric',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dateFormatter.format(new Date('2026-09-21'));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"21 сентября 2026 г."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dateTimeFormatter = new Intl.DateTimeFormat('ru-RU',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dateStyle: 'long',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timeStyle: 'short',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dateTimeFormatter.format(new Date('2026-09-21T14:30:00'));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"21 сентября 2026 г. в 14:30"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Форматирование данных через `Intl`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`Intl.RelativeTimeFormat` — «5 минут назад».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`Intl.RelativeTimeFormat` — «5 минут назад».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Форматирование данных через `Intl`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src/components/FormattedDate.tsx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dateFormatter, dateTimeFormatter } from '../utils/formatters';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FormattedDateProps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value: string | Date;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withTime?: boolean;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FormattedDate({ value, withTime = false }: FormattedDateProps)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date = typeof value === 'string' ? new Date(value) : value;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Некорректная дата — не роняем интерфейс.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(Number.isNaN(date.getTime()))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&lt;span&gt;—&lt;/span&gt;;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formatter = withTime ? dateTimeFormatter : dateFormatter;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&lt;time&gt; — семантический тег для дат; dateTime хранит машинный формат.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&lt;time dateTime={date.toISOString()}&gt;{formatter.format(date)}&lt;/time&gt;;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Форматирование данных через `Intl`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Чтобы получить относительное время из даты, нужно выбрать подходящую единицу измерения: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Форматирование данных через `Intl`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relativeFormatter = new Intl.RelativeTimeFormat('ru-RU',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numeric: 'auto', // "вчера" вместо "1 день назад"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relativeFormatter.format(-5, 'minute'); // "5 минут назад"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relativeFormatter.format(-1, 'day');    // "вчера"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relativeFormatter.format(2, 'hour');    // "через 2 часа"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Форматирование данных через `Intl`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src/utils/relativeTime.ts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relativeFormatter } from './formatters';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formatRelativeTime(value: string | Date): string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date = typeof value === 'string' ? new Date(value) : value;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diffSeconds = Math.round((date.getTime() - Date.now()) / 1000);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thresholds: Array&lt;[Intl.RelativeTimeFormatUnit, number]&gt; = 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['year', 60 * 60 * 24 * 365],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['month', 60 * 60 * 24 * 30],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['week', 60 * 60 * 24 * 7],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['day', 60 * 60 * 24],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['hour', 60 * 60],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['minute', 60],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];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for (const [unit, secondsInUnit] of thresholds)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if (Math.abs(diffSeconds) &gt;= secondsInUnit)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relativeFormatter.format(Math.round(diffSeconds / secondsInUnit), unit);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relativeFormatter.format(diffSeconds, 'second');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Форматирование данных через `Intl`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Кратко о `dayjs` как альтернативе.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`Intl` встроен в браузер и не требует зависимостей. Если нужно больше удобств — парсинг в разных форматах, работа с часовыми поясами, относительное время «из коробки» — используют лёгкую библиотеку `dayjs`.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Кратко о `dayjs` как альтернативе.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Форматирование данных через `Intl`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formatRelativeTime('2026-09-21T14:25:00'); // "5 минут назад"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Форматирование данных через `Intl`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Выбор простой: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нужны стандартные форматы и нет желания добавлять зависимости —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`Intl`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нужна сложная арифметика с датами и удобный синтаксис —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`dayjs`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`Intl`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`dayjs`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Форматирование данных через `Intl`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npm install dayjs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src/utils/dayjs.ts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dayjs from 'dayjs';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'dayjs/locale/ru';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relativeTime from 'dayjs/plugin/relativeTime';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dayjs.locale('ru');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dayjs.extend(relativeTime);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{ dayjs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dayjs('2026-09-21').format('D MMMM YYYY, HH:mm'); // "21 сентября 2026, 00:00"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dayjs().subtract(5, 'minute').fromNow();           // "5 минут назад"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страница с ценами и датами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Практический пример: страница с ценами и датами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Практический пример: страница с ценами и датами — ключевая тема раздела.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страница с ценами и датами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Соберём страницу каталога: цены выводятся в рублях через `Intl`, даты добавления — в читаемом виде, а относительное время показывает, насколько свежий товар.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страница с ценами и датами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src/types/product.ts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interface Product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title: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price: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discountPercent: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createdAt: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src/components/PriceTag.tsx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priceFormatter } from '../utils/formatters';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PriceTagProps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price: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discountPercent?: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PriceTag({ price, discountPercent = 0 }: PriceTagProps)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finalPrice = price * (1 - discountPercent / 100);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 className="price-tag"&gt;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&lt;span className="price-final"&gt;{priceFormatter.format(finalPrice)}&lt;/span&gt;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{discountPercent &gt; 0 &amp;&amp;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&lt;span className="price-old"&gt;{priceFormatter.format(price)}&lt;/span&gt;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страница с ценами и датами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страница с ценами и датами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src/components/ProductCard.tsx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Product } from '../types/product';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PriceTag } from './PriceTag';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FormattedDate } from './FormattedDate';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formatRelativeTime } from '../utils/relativeTime';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ProductCardProps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product: Product;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ProductCard({ product }: ProductCardProps)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&lt;article className="product-card"&gt;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&lt;h3&gt;{product.title}&lt;/h3&gt;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&lt;PriceTag price={product.price} discountPercent={product.discountPercent}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 className="meta"&gt;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Добавлен: &lt;FormattedDate value={product.createdAt}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 className="meta meta-relative"&gt;{formatRelativeTime(product.createdAt)}&lt;/p&gt;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&lt;/article&gt;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страница с ценами и датами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src/pages/CatalogPage.tsx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Product } from '../types/product';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ProductCard } from '../components/ProductCard';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products: Product[] = 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{ id: 1, title: 'Ноутбук', price: 74990, discountPercent: 10, createdAt: '2026-09-21T14:25:00'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{ id: 2, title: 'Мышь', price: 1990, discountPercent: 0, createdAt: '2026-09-18T10:00:00'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{ id: 3, title: 'Клавиатура', price: 4590, discountPercent: 15, createdAt: '2026-08-30T09:15:00'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];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CatalogPage()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 className="catalog"&gt;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&lt;h1&gt;Каталог товаров&lt;/h1&gt;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 className="product-grid"&gt;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{products.map((product)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&lt;ProductCard key={product.id} product={product}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страница с ценами и датами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Добавим хук `useDebounce` для поиска по каталогу — он уже написан нами выше: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страница с ценами и датами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src/pages/CatalogPage.tsx (фрагмент с поиском)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useState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useDebounce } from '../hooks/useDebounce';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CatalogPage()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[query, setQuery] = useState('');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debouncedQuery = useDebounce(query, 300);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visibleProducts = products.filter((product)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product.title.toLowerCase().includes(debouncedQuery.toLowerCase()),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 className="catalog"&gt;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&lt;h1&gt;Каталог товаров&lt;/h1&gt;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type="search"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value={query}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placeholder="Поиск товаров…"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onChange={(event) =&gt; setQuery(event.target.value)}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 className="product-grid"&gt;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{visibleProducts.map((product)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&lt;ProductCard key={product.id} product={product} /&gt;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страница с ценами и датами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страница с ценами и датами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Итог: компоненты отвечают только за разметку, форматирование вынесено в утилиты, а переиспользуемая логика — в хуки `useDebounce`, `useFetch`, `useLocalStorage`.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РЕЗЮМЕ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запомнить с лекции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Кастомный хук — функция с именем `use*`, которая вызывает другие хуки и переиспользует логику, а не разметку.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Правила хуков: только верхний уровень, только из компонентов и хуков, имя с `use`.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Примеры хуков: `useToggle`, `useLocalStorage&lt;T&gt;`, `useDebounce`, `useFetch&lt;T&gt;`.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Дженерики делают хуки универсальными и типобезопасными; ограничение `extends` задаёт требования к типу.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Композиция позволяет строить сложную логику из простых хуков (`useUserSearch` = `useDebounce` + `useFetch`).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Хуки заменили HOC и render props: нет «ада обёрток», конфликтов имён props и сложной типизации.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`Intl.NumberFormat` форматирует цены и числа (`ru-RU`, валюта `RUB`).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`Intl.DateTimeFormat` форматирует дату и время по локали.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`Intl.RelativeTimeFormat` выводит «5 минут назад» / «вчера».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`dayjs` — удобная альтернатива, когда нужна сложная работа с датами.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Форматтеры создают один раз вне компонента и переиспользуют.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Кастомный хук — функция с именем `use*`, которая вызывает другие хуки и переиспользует логику, а не разметку.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Правила хуков: только верхний уровень, только из компонентов и хуков, имя с `use`.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Примеры хуков: `useToggle`, `useLocalStorage&lt;T&gt;`, `useDebounce`, `useFetch&lt;T&gt;`.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Дженерики делают хуки универсальными и типобезопасными; ограничение `extends` задаёт требования к типу.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Композиция позволяет строить сложную логику из простых хуков (`useUserSearch` = `useDebounce` + `useFetch`).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Хуки заменили HOC и render props: нет «ада обёрток», конфликтов имён props и сложной типизации.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`Intl.NumberFormat` форматирует цены и числа (`ru-RU`, валюта `RUB`).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КОНТРОЛЬНЫЕ ВОПРОСЫ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Для самопроверки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кастомный хук и чем он отличается от обычной функции?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Перечислите правила хуков. Почему нельзя вызывать хук внутри условия или цикла?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Зачем имя кастомного хука должно начинаться с `use`?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Напишите хук `useToggle`. Чем полезен `useCallback` внутри него?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работает `useLocalStorage&lt;T&gt;`? Зачем нужна ленивая инициализация состояния?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`useDebounce` помогает снизить число запросов к серверу? Опишите роль функции очистки.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Какие состояния возвращает `useFetch&lt;T&gt;` и зачем нужен `AbortController`?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дженерик в хуке? Приведите пример с ограничением `extends`.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Когда хук должен возвращать кортеж, а когда — объект?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композиция хуков? Приведите пример хука, построенного на других хуках.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В чём преимущества хуков перед HOC и render props?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отформатировать цену в рублях с помощью `Intl.NumberFormat`? Где создавать форматтер?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вывести дату по-русски через `Intl.DateTimeFormat`? Что делает опция `dateStyle`?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получить строку «5 минут назад» через `Intl.RelativeTimeFormat`?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В каких случаях стоит выбрать `dayjs` вместо встроенного `Intl`?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Ответить на все вопросы — критерий завершения лекции.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МАТЕРИАЛЫ ПРЕЗЕНТАЦИИ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Исходники и 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Полный код примера — в репозитории раздела React.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Материалы презентации — ссылки и код для самостоятельного изучения.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