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FD4E8"/>
                </a:solidFill>
                <a:latin typeface="Segoe UI"/>
              </a:rPr>
              <a:t>ИП 242 / ИП 245 / ИП 246 · Раздел 5. React · 2 академических часа (90 мин)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9FC5E6"/>
                </a:solidFill>
                <a:latin typeface="Segoe UI"/>
              </a:rPr>
              <a:t>Лекция 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UI-компоненты на shadcn/ui и Tailwind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E4F0"/>
                </a:solidFill>
                <a:latin typeface="Segoe UI"/>
              </a:rPr>
              <a:t>Каждый слайд содержит выделенный блок “ЧТО ЗАКОНСПЕКТИРОВАТЬ” — определения и ключевые термины, которые студенты записывают в конспект.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ЦЕЛЬ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Научиться собирать интерфейсы React-приложений на утилитарном CSS (Tailwind CSS v4) и гото…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12529"/>
                </a:solidFill>
                <a:latin typeface="Segoe UI"/>
              </a:rPr>
              <a:t>Научиться собирать интерфейсы React-приложений на утилитарном CSS (Tailwind CSS v4) и готовых UI-компонентах shadcn/ui. Освоить подключение Tailwind к Vite, работу с утилитарными классами и адаптивными префиксами, настройку темы через `@theme`, установку и использование компонентов shadcn/ui и утилиту `cn()`.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2920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2920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3892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Научиться собирать интерфейсы React-приложений на утилитарном CSS (Tailwind CSS v4) и готовых UI-компонентах shadcn/ui. Освоить подключение Tailwind к Vite, работу с утилитарными классами и адаптивными префиксами, настройку темы через `@theme`, установку и использование компонентов shadcn/ui и утилиту `cn()`.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АУДИТОРИЯ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Кому предназначена лекция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529"/>
                </a:solidFill>
                <a:latin typeface="Segoe UI"/>
              </a:rPr>
              <a:t>Студенты, прошедшие предыдущие лекции раздела React.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Требования: пройдены предыдущие лекции раздела React.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ПЛАН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 чём пойдёт речь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1. Теоретическая часть: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2. Установка и настройка: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3. Ход работы: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4. Практический пример: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5. Вариант 1: Система управления пользователями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6. Вариант 2: Интернет-магазин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7. Вариант 3: Панель аналитики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8. Вариант 4: Система задач и проектов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9. Вариант 5: Блог-платформа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10. Вариант 6: Календарь событий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11. Вариант 7: Файловый менеджер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12. Вариант 8: Чат-приложение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13. Вариант 9: Система бронирования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14. Вариант 10: Панель настроек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15. Вариант 11: Социальная сеть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16. Вариант 12: Образовательная платформа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17. Вариант 13: CRM система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18. Вариант 14: Библиотека медиа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19. Вариант 15: Система опросов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20. 5 (Отлично):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21. 4 (Хорошо):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22. 3 (Удовлетворительно):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23. 2 (Неудовлетворительно):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План лекции — последовательность тем, которые разбираются на паре (90 мин).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Теоретическая часть: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Теоретическая часть: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Теоретическая часть: — ключевая тема раздела.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Теоретическая часть: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Tailwind CSS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CSS-фреймворк, построенный на утилитарных классах. Вместо отдельного файла стилей под каждый компонент вы описываете оформление классами прямо в JSX: `flex`, `gap-4`, `rounded-lg`, `bg-blue-500`, `text-sm`.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Преимущества Tailwind: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Tailwind CSS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Преимущества Tailwind: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Теоретическая часть: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нет «мёртвого» CSS и придумывания имён классов;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единые отступы, цвета и размеры из встроенной шкалы;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адаптивность через префиксы (`sm:`, `md:`, `lg:`);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стили не конфликтуют: итоговый CSS небольшой.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Теоретическая часть: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Tailwind CSS v4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подключается к Vite как плагин — отдельный конфигурационный файл и PostCSS больше не нужны.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shadcn/ui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это не библиотека-зависимость, а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набор исходного кода компонентов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, который копируется в ваш проект командой. Компоненты построены на Radix UI (доступность из коробки), Tailwind CSS и class-variance-authority. Вы получаете файлы в `src/components/ui/` и можете свободно их редактировать под свой дизайн. Обновления библиотеки при этом не перезаписывают ваш код.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Основные преимущества shadcn/ui: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Tailwind CSS v4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shadcn/ui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набор исходного кода компонентов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Основные преимущества shadcn/ui: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Теоретическая часть: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код компонентов принадлежит вам — можно менять как угодно;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встроенная доступность (клавиатура, ARIA, фокус);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согласованный дизайн через переменные темы;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варианты компонентов (`variant`, `size`) через CVA;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стили на Tailwind — легко переопределять.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Теоретическая часть: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Ключевые компоненты, которые чаще всего используются: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компоненты, которые чаще всего используются: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Теоретическая часть: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Формы:** `Input`, `Textarea`, `Select`, `Checkbox`, `Switch`, `Slider`;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Отображение:** `Card`, `Badge`, `Avatar`, `Table`, `Separator`, `Tabs`;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Обратная связь:** `Dialog`, `AlertDialog`, `Toast` (Sonner), `Progress`, `Skeleton`;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Кнопки:** `Button` с вариантами `default`, `secondary`, `outline`, `ghost`, `destructive`.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Установка и настройка: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Установка и настройка: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Установка и настройка: — ключевая тема раздела.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Установка и настройка: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Создание проекта и установка Tailwind CSS v4: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Создание проекта и установка Tailwind CSS v4: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Установка и настройка: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Подключение плагина Tailwind в `vite.config.ts`: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Подключение плагина Tailwind в `vite.config.ts`: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Установка и настройка: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create vite@latest ui-practice -- --template react-ts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cd ui-practice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install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install tailwindcss @tailwindcss/vite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Установка и настройка: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Импорт Tailwind в `src/index.css`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(содержимое демо-стилей шаблона можно удалить):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Импорт Tailwind в `src/index.css`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Установка и настройка: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defineConfig } from 'vite'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react from '@vitejs/plugin-react'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tailwindcss from '@tailwindcss/vite'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default defineConfig({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plugins: [react(), tailwindcss()],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Установка и настройка: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Настройка алиаса `@/`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(нужен для shadcn/ui). В `tsconfig.app.json`: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Настройка алиаса `@/`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Установка и настройка: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@import "tailwindcss";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Установка и настройка: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&gt; В TypeScript 6 опция `baseUrl` удалена: для алиаса достаточно `paths`.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 `vite.config.ts` добавьте разрешение алиаса: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Установка и настройка: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"compilerOptions":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...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"paths":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"@/*": ["./src/*"]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Установка и настройка: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Для `path` и `__dirname` установите типы Node: `npm install -D @types/node`.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Установка и настройка: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path from 'node:path'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defineConfig } from 'vite'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react from '@vitejs/plugin-react'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tailwindcss from '@tailwindcss/vite'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default defineConfig({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plugins: [react(), tailwindcss()],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resolve: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alias: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'@': path.resolve(__dirname, './src'),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Установка и настройка: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Инициализация shadcn/ui: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Инициализация shadcn/ui: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Установка и настройка: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Утилита спросит базовый цвет темы и создаст: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Установка и настройка: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npx shadcn@latest init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Установка и настройка: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`components.json` — конфигурация shadcn;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`src/lib/utils.ts` — утилита `cn()`;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переменные темы в `src/index.css`.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Добавление компонентов: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Добавление компонентов: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Установка и настройка: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Компоненты появятся в `src/components/ui/`. Это обычные TSX-файлы — их можно открыть и изменить.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обычные TSX-файлы — их можно открыть и изменить.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Установка и настройка: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npx shadcn@latest add button card input dialog table badge avatar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Ход работы: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Ход работы: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Ход работы: — ключевая тема раздела.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Ход работы: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Создать новый React-проект (Vite + TypeScript)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Установить и подключить Tailwind CSS v4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Инициализировать shadcn/ui и добавить нужные компоненты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Реализовать интерфейс согласно варианту задания в папке `src/components/`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Организовать адаптивную вёрстку (префиксы `sm:`, `md:`, `lg:`)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Проверить доступность: фокус с клавиатуры, подписи у полей, контраст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Проверить работу в браузере (`npm run dev`) и собрать проект (`npm run build`)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Оформить README.md с описанием работы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Практический пример: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Практический пример: — ключевая тема раздела.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Страница профиля студента с `Card`, `Button`, `Input`, `Avatar` и адаптивной сеткой.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Утилита `cn()`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(создаётся при `init`, но полезно понимать её устройство):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Утилита `cn()`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Утилитарные классы и тема.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В `src/index.css` опишем фирменные цвета и радиусы: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Утилитарные классы и тема.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src/lib/utils.ts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clsx, type ClassValue } from 'clsx'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twMerge } from 'tailwind-merge'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clsx собирает классы по условию, twMerge убирает конфликты Tailwind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cn(...inputs: ClassValue[])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twMerge(clsx(inputs))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После этого доступны классы `bg-brand-500`, `text-brand-600`, `rounded-card`.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@import "tailwindcss";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/* Кастомная тема: переменные с префиксом --color-* становятся классами */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@theme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--color-brand-50: #eff6ff;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--color-brand-500: #3b82f6;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--color-brand-600: #2563eb;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--radius-card: 0.75rem;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/* Базовые стили страницы */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body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@apply bg-slate-50 text-slate-900 antialiased;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Страница профиля: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Страница профиля: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src/pages/ProfilePage.tsx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Avatar, AvatarFallback, AvatarImage } from '@/components/ui/avatar'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Button } from '@/components/ui/button'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Card,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CardContent,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CardHeader,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CardTitle,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 from '@/components/ui/card'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Input } from '@/components/ui/input'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Stat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label: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value: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stats: Stat[] = 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 label: 'Курсов', value: '12'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 label: 'Заданий', value: '87'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 label: 'Средний балл', value: '4.6'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ProfilePage()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className="mx-auto max-w-5xl px-4 py-8 sm:px-6 lg:px-8"&gt;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{/* Карточка профиля: на телефоне столбиком, от sm — в строку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&lt;Card className="mb-8"&gt;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&lt;CardContent className="flex flex-col items-center gap-6 p-6 sm:flex-row sm:items-start"&gt;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&lt;Avatar className="size-24 shrink-0"&gt;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&lt;AvatarImage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src="https://i.pravatar.cc/150?img=12"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alt="Фото пользователя"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&lt;AvatarFallback&gt;ИП&lt;/AvatarFallback&gt;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&lt;/Avatar&gt;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&lt;div className="w-full flex-1 space-y-4 text-center sm:text-left"&gt;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&lt;h1 className="text-2xl font-semibold tracking-tight"&gt;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Иван Петров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&lt;/h1&gt;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&lt;p className="text-muted-foreground"&gt;Студент, группа ИС-31&lt;/p&gt;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&lt;div className="grid gap-4 sm:grid-cols-2"&gt;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&lt;div className="space-y-2 text-left"&gt;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&lt;label htmlFor="profile-name" className="text-sm font-medium"&gt;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Имя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&lt;Input id="profile-name" defaultValue="Иван Петров"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&lt;div className="space-y-2 text-left"&gt;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&lt;label htmlFor="profile-email" className="text-sm font-medium"&gt;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Email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id="profile-email"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type="email"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defaultValue="ivan@example.com"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&lt;div className="flex flex-wrap justify-center gap-3 sm:justify-start"&gt;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&lt;Button&gt;Сохранить&lt;/Button&gt;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&lt;Button variant="outline"&gt;Отмена&lt;/Button&gt;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&lt;/CardContent&gt;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&lt;/Card&gt;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{/* Сетка статистики: 1 колонка → 2 → 3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 className="grid gap-4 sm:grid-cols-2 lg:grid-cols-3"&gt;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{stats.map((stat)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&lt;Card key={stat.label}&gt;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&lt;CardHeader&gt;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&lt;CardTitle className="text-sm font-medium text-muted-foreground"&gt;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{stat.label}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&lt;/CardTitle&gt;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&lt;/CardHeader&gt;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&lt;CardContent&gt;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&lt;p className="text-3xl font-bold"&gt;{stat.value}&lt;/p&gt;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&lt;/CardContent&gt;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&lt;/Card&gt;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Подключение в `App.tsx`: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Подключение в `App.tsx`: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Диалог подтверждения действия.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Компонент `Dialog` из shadcn/ui автоматически управляет фокусом и закрытием по Escape: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Диалог подтверждения действия.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src/App.tsx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ProfilePage } from '@/pages/ProfilePage'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App()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&lt;ProfilePage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default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src/components/DeleteAccountDialog.tsx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Button } from '@/components/ui/button'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Dialog,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DialogContent,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DialogDescription,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DialogFooter,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DialogHeader,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DialogTitle,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DialogTrigger,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 from '@/components/ui/dialog'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DeleteAccountDialog({ onConfirm }: { onConfirm: () =&gt; void })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&lt;Dialog&gt;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&lt;DialogTrigger asChild&gt;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&lt;Button variant="destructive"&gt;Удалить аккаунт&lt;/Button&gt;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&lt;/DialogTrigger&gt;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&lt;DialogContent&gt;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&lt;DialogHeader&gt;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&lt;DialogTitle&gt;Удалить аккаунт?&lt;/DialogTitle&gt;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&lt;DialogDescription&gt;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Действие необратимо: все данные будут удалены безвозвратно.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&lt;/DialogDescription&gt;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&lt;/DialogHeader&gt;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&lt;DialogFooter&gt;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&lt;Button variant="outline"&gt;Отмена&lt;/Button&gt;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&lt;Button variant="destructive" onClick={onConfirm}&gt;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Удалить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&lt;/DialogFooter&gt;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&lt;/DialogContent&gt;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&lt;/Dialog&gt;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Таблица с данными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(компоненты `Table` и `Badge`):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Таблица с данными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src/components/StudentsTable.tsx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Badge } from '@/components/ui/badge'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Table,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TableBody,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TableCell,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TableHead,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TableHeader,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TableRow,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 from '@/components/ui/table'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Student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name: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group: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active: boolean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StudentsTable({ students }: { students: Student[] })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className="overflow-x-auto rounded-card border"&gt;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&lt;Table&gt;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&lt;TableHeader&gt;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&lt;TableRow&gt;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&lt;TableHead&gt;Имя&lt;/TableHead&gt;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&lt;TableHead&gt;Группа&lt;/TableHead&gt;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&lt;TableHead className="text-right"&gt;Статус&lt;/TableHead&gt;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&lt;/TableRow&gt;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&lt;/TableHeader&gt;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&lt;TableBody&gt;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{students.map((student)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&lt;TableRow key={student.id}&gt;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&lt;TableCell className="font-medium"&gt;{student.name}&lt;/TableCell&gt;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&lt;TableCell&gt;{student.group}&lt;/TableCell&gt;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&lt;TableCell className="text-right"&gt;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&lt;Badge variant={student.active ? 'default' : 'secondary'}&gt;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{student.active ? 'Активен' : 'Отчислен'}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&lt;/Badge&gt;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&lt;/TableCell&gt;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&lt;/TableRow&gt;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&lt;/TableBody&gt;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&lt;/Table&gt;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Запустите `npm run dev` и убедитесь, что интерфейс корректно перестраивается при сужении окна: до 640px статистика идёт одной колонкой, от 640px — двумя, от 1024px — тремя.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1: Система управления пользователями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1: Система управления пользователями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1: Система управления пользователями — ключевая тема раздела.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1: Система управления пользователями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интерфейс с: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Таблицей пользователей с сортировкой и постраничной навигацией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Диалогом добавления/редактирования пользователя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Фильтрами по ролям и статусу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Подтверждением удаления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2: Интернет-магазин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2: Интернет-магазин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2: Интернет-магазин — ключевая тема раздела.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2: Интернет-магазин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каталог товаров с: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Сеткой карточек товаров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Фильтрами по категориям и цене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Корзиной покупок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Формой оформления заказа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3: Панель аналитики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3: Панель аналитики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3: Панель аналитики — ключевая тема раздела.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3: Панель аналитики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дашборд с: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Карточками метрик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Диаграммами (можно на CSS или библиотеке графиков)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Таблицей данных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Фильтрами по дате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4: Система задач и проектов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4: Система задач и проектов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4: Система задач и проектов — ключевая тема раздела.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4: Система задач и проектов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трекер задач с: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Списком задач с чекбоксами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Досками Kanban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Диалогом создания задачи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Фильтрами по приоритету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5: Блог-платформа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5: Блог-платформа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5: Блог-платформа — ключевая тема раздела.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5: Блог-платформа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интерфейс блога с: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Списком статей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Редактором статей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Комментариями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Системой тегов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6: Календарь событий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6: Календарь событий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6: Календарь событий — ключевая тема раздела.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6: Календарь событий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календарь с: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Месячным/недельным видом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Диалогом создания события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Списком предстоящих событий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Уведомлениями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7: Файловый менеджер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7: Файловый менеджер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7: Файловый менеджер — ключевая тема раздела.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7: Файловый менеджер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файловый explorer с: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Древовидной структурой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Сеткой файлов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Загрузкой файлов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Контекстным меню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8: Чат-приложение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8: Чат-приложение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8: Чат-приложение — ключевая тема раздела.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8: Чат-приложение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интерфейс чата с: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Списком контактов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Окном переписки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Вложением файлов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Поиском сообщений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9: Система бронирования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9: Система бронирования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9: Система бронирования — ключевая тема раздела.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9: Система бронирования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систему броней с: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Календарём доступности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Формой бронирования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Списком броней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Подтверждением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10: Панель настроек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10: Панель настроек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10: Панель настроек — ключевая тема раздела.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10: Панель настроек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настройки приложения с: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Вкладками настроек (`Tabs`)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Переключателями (`Switch`)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Ползунками (`Slider`)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Предпросмотром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11: Социальная сеть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11: Социальная сеть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11: Социальная сеть — ключевая тема раздела.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11: Социальная сеть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ленту новостей с: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Карточками постов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Лайками и комментариями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Профилем пользователя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Системой подписок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12: Образовательная платформа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12: Образовательная платформа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12: Образовательная платформа — ключевая тема раздела.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12: Образовательная платформа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систему курсов с: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Списком курсов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Прогрессом обучения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Тестами и заданиями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Сертификатами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13: CRM система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13: CRM система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13: CRM система — ключевая тема раздела.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13: CRM система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CRM с: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Карточками клиентов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Историей взаимодействий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Напоминаниями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Отчётами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14: Библиотека медиа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14: Библиотека медиа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14: Библиотека медиа — ключевая тема раздела.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14: Библиотека медиа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медиа-библиотеку с: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Галереей изображений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Видеоплеером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Метаданными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Коллекциями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15: Система опросов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15: Система опросов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15: Система опросов — ключевая тема раздела.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15: Система опросов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конструктор опросов с: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Разными типами вопросов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Предпросмотром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Результатами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Шаблонами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5 (Отлично):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5 (Отлично):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5 (Отлично): — ключевая тема раздела.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5 (Отлично):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Полная реализация всех требований варианта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Корректное использование 8+ компонентов shadcn/ui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Адаптивный и доступный дизайн (подписи полей, фокус с клавиатуры, ARIA)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Плавные переходы и аккуратная типографика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Чистый, хорошо структурированный код на TypeScript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Свои компоненты вынесены в `src/components/`, общие — в `src/components/ui/`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Полное описание в README.md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4 (Хорошо):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4 (Хорошо):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4 (Хорошо): — ключевая тема раздела.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4 (Хорошо):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Основная функциональность реализована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Использование 5–7 компонентов shadcn/ui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Адаптивный дизайн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Код в основном чистый и понятный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README.md содержит основную информацию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3 (Удовлетворительно):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3 (Удовлетворительно):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3 (Удовлетворительно): — ключевая тема раздела.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3 (Удовлетворительно):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Базовая функциональность работает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Использование 3–4 компонентов shadcn/ui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Минимальная адаптивность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Код требует улучшения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README.md оформлен неполностью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2 (Неудовлетворительно):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2 (Неудовлетворительно): — ключевая тема раздела.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Функциональность не работает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Компоненты не используются или используются неправильно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Отсутствует адаптивность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Код не соответствует требованиям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README.md отсутствует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утилитарный подход Tailwind CSS? В чём его отличие от обычных CSS-файлов?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установить и подключить Tailwind CSS v4 к проекту Vite?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Какая директива импортирует Tailwind в файл стилей?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в Tailwind работают адаптивные префиксы `sm:`, `md:`, `lg:`? В какую сторону они действуют?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Для чего нужен блок `@theme` и какие переменные становятся утилитами?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shadcn/ui и почему это не обычная npm-библиотека?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инициализировать shadcn/ui и добавить компонент?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Куда копируются компоненты shadcn/ui и можно ли их редактировать?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делает утилита `cn()`? Какие библиотеки она объединяет?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работают варианты компонента `Button` (`variant`, `size`)?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обеспечить доступность форм: подписи, ошибки, фокус?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сделать адаптивную сетку карточек средствами Tailwind?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произойдёт, если не настроить алиас `@/` перед `shadcn init`?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изменить цвета темы shadcn/ui в Tailwind v4?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проверить, что production-сборка собирается без ошибок?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Что такое shadcn/ui и почему это не обычная npm-библиотека?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src/pages/UserManagementPage.tsx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useMemo, useState } from 'react'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Badge } from '@/components/ui/badge'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Button } from '@/components/ui/button'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Card,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CardContent,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CardHeader,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CardTitle,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 from '@/components/ui/card'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Dialog,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DialogContent,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DialogFooter,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DialogHeader,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DialogTitle,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 from '@/components/ui/dialog'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Input } from '@/components/ui/input'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Table,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TableBody,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TableCell,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TableHead,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TableHeader,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TableRow,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 from '@/components/ui/table'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type Role = 'admin' | 'moderator' | 'user'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type Status = 'active' | 'inactive'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User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name: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email: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role: Role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status: Status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initialUsers: User[] = 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 id: 1, name: 'Анна Иванова', email: 'anna@example.com', role: 'admin', status: 'active'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 id: 2, name: 'Пётр Сидоров', email: 'petr@example.com', role: 'user', status: 'active'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 id: 3, name: 'Мария Козлова', email: 'maria@example.com', role: 'moderator', status: 'inactive'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roleLabels: Record&lt;Role, string&gt; =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admin: 'Администратор',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moderator: 'Модератор',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user: 'Пользователь',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UserManagementPage()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[users, setUsers] = useState&lt;User[]&gt;(initialUsers)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[search, setSearch] = useState('')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[roleFilter, setRoleFilter] = useState&lt;Role | 'all'&gt;('all')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[isDialogOpen, setIsDialogOpen] = useState(false)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[draft, setDraft] = useState&lt;Omit&lt;User, 'id'&gt;&gt;({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name: '',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email: '',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role: 'user',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status: 'active',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filtered = useMemo(()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query = search.trim().toLowerCase()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users.filter((user)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const matchesQuery =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!query ||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user.name.toLowerCase().includes(query) ||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user.email.toLowerCase().includes(query)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const matchesRole = roleFilter === 'all' || user.role === roleFilter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matchesQuery &amp;&amp; matchesRole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[users, search, roleFilter])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handleCreate = 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if (!draft.name || !draft.email) return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nextId = Math.max(0, ...users.map((u) =&gt; u.id)) + 1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setUsers((prev) =&gt; [...prev, { ...draft, id: nextId }])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setDraft({ name: '', email: '', role: 'user', status: 'active' 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setIsDialogOpen(false)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handleDelete = (id: number)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setUsers((prev) =&gt; prev.filter((user) =&gt; user.id !== id))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className="mx-auto max-w-6xl space-y-6 px-4 py-8 sm:px-6 lg:px-8"&gt;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 className="flex flex-col gap-4 sm:flex-row sm:items-center sm:justify-between"&gt;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&lt;h1 className="text-2xl font-semibold tracking-tight"&gt;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Управление пользователями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&lt;Button onClick={() =&gt; setIsDialogOpen(true)}&gt;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Добавить пользователя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&lt;Card&gt;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&lt;CardHeader&gt;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&lt;CardTitle className="text-base"&gt;Фильтры&lt;/CardTitle&gt;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&lt;/CardHeader&gt;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&lt;CardContent className="grid gap-4 sm:grid-cols-2"&gt;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&lt;div className="space-y-2"&gt;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&lt;label htmlFor="user-search" className="text-sm font-medium"&gt;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Поиск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id="user-search"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placeholder="Имя или email"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value={search}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onChange={(e) =&gt; setSearch(e.target.value)}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&lt;div className="space-y-2"&gt;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&lt;label htmlFor="role-filter" className="text-sm font-medium"&gt;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Роль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&lt;select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id="role-filter"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className="h-9 w-full rounded-md border border-input bg-transparent px-3 text-sm shadow-sm outline-none focus-visible:ring-2 focus-visible:ring-ring"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value={roleFilter}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onChange={(e) =&gt; setRoleFilter(e.target.value as Role | 'all')}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&lt;option value="all"&gt;Все роли&lt;/option&gt;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&lt;option value="admin"&gt;Администратор&lt;/option&gt;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&lt;option value="moderator"&gt;Модератор&lt;/option&gt;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&lt;option value="user"&gt;Пользователь&lt;/option&gt;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&lt;/select&gt;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&lt;/CardContent&gt;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&lt;/Card&gt;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&lt;Card&gt;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&lt;CardContent className="p-0"&gt;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&lt;div className="overflow-x-auto"&gt;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&lt;Table&gt;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&lt;TableHeader&gt;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&lt;TableRow&gt;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&lt;TableHead&gt;Имя&lt;/TableHead&gt;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&lt;TableHead&gt;Email&lt;/TableHead&gt;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&lt;TableHead&gt;Роль&lt;/TableHead&gt;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&lt;TableHead&gt;Статус&lt;/TableHead&gt;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&lt;TableHead className="text-right"&gt;Действия&lt;/TableHead&gt;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&lt;/TableRow&gt;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&lt;/TableHeader&gt;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&lt;TableBody&gt;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{filtered.length === 0 ?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&lt;TableRow&gt;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&lt;TableCell colSpan={5} className="py-8 text-center text-muted-foreground"&gt;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Пользователи не найдены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&lt;/TableCell&gt;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&lt;/TableRow&gt;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) :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filtered.map((user)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&lt;TableRow key={user.id}&gt;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&lt;TableCell className="font-medium"&gt;{user.name}&lt;/TableCell&gt;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&lt;TableCell&gt;{user.email}&lt;/TableCell&gt;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&lt;TableCell&gt;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  &lt;Badge variant="outline"&gt;{roleLabels[user.role]}&lt;/Badge&gt;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&lt;/TableCell&gt;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&lt;TableCell&gt;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  &lt;Badge variant={user.status === 'active' ? 'default' : 'secondary'}&gt;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    {user.status === 'active' ? 'Активен' : 'Неактивен'}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  &lt;/Badge&gt;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&lt;/TableCell&gt;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&lt;TableCell className="text-right"&gt;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  &lt;Button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    variant="ghost"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    size="sm"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    onClick={() =&gt; handleDelete(user.id)}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  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    Удалить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&lt;/TableCell&gt;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&lt;/TableRow&gt;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))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&lt;/TableBody&gt;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&lt;/Table&gt;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&lt;/CardContent&gt;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&lt;/Card&gt;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&lt;Dialog open={isDialogOpen} onOpenChange={setIsDialogOpen}&gt;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&lt;DialogContent&gt;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&lt;DialogHeader&gt;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&lt;DialogTitle&gt;Новый пользователь&lt;/DialogTitle&gt;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&lt;/DialogHeader&gt;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&lt;div className="space-y-4"&gt;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&lt;div className="space-y-2"&gt;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&lt;label htmlFor="new-name" className="text-sm font-medium"&gt;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Имя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id="new-name"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value={draft.name}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onChange={(e) =&gt; setDraft({ ...draft, name: e.target.value })}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&lt;div className="space-y-2"&gt;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&lt;label htmlFor="new-email" className="text-sm font-medium"&gt;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Email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id="new-email"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type="email"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value={draft.email}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onChange={(e) =&gt; setDraft({ ...draft, email: e.target.value })}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&lt;DialogFooter&gt;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&lt;Button variant="outline" onClick={() =&gt; setIsDialogOpen(false)}&gt;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Отмена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&lt;Button onClick={handleCreate}&gt;Добавить&lt;/Button&gt;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&lt;/DialogFooter&gt;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&lt;/DialogContent&gt;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&lt;/Dialog&gt;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practical-work-ui/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assets/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└── images/                     # Скриншоты для README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public/                         # Статические файлы приложения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src/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components/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│   ├── ui/                     # Компоненты shadcn/ui (копируются командой)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│   │   ├── avatar.tsx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│   │   ├── badge.tsx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│   │   ├── button.tsx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│   │   ├── card.tsx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│   │   ├── dialog.tsx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│   │   ├── input.tsx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│   │   └── table.tsx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│   └── StudentsTable.tsx       # Ваши компоненты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lib/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│   └── utils.ts                # утилита cn()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pages/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│   └── ProfilePage.tsx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App.css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App.tsx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index.css                   # @import "tailwindcss" + @theme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└── main.tsx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.gitignore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components.json                 # конфигурация shadcn/ui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index.html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package.json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tsconfig.json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tsconfig.app.json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tsconfig.node.json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└── vite.config.ts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 Практическая работа. UI-компоненты на shadcn/ui и Tailwind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## Вариант 1: Система управления пользователями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### Задание: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Создать интерфейс управления пользователями с использованием компонентов shadcn/ui и Tailwind CSS.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### Использованные компоненты shadcn/ui: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Table — таблица пользователей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Dialog — форма добавления пользователя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Badge — роли и статусы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Input — поиск и поля формы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Card — панели фильтров и таблицы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Button — действия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### Функциональность: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Просмотр списка пользователей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Добавление через диалог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Фильтрация по роли и поиск по имени/email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Удаление пользователя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### Технологии: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Vite 8, React 19, TypeScript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Tailwind CSS v4 (`@tailwindcss/vite`)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shadcn/ui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### Скриншоты: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![Главный экран](./assets/images/main-screen.png)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![Диалог добавления](./assets/images/add-dialog.png)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![Фильтрация](./assets/images/filtering.png)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### Запуск: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npm install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npm run dev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npm run build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npm run preview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Приложение доступно по адресу: `http://localhost:5173`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### Сборка: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Создать репозиторий на Gogs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Клонировать репозиторий локально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Создать React-проект в папке репозитория: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Установить Tailwind CSS v4 и подключить плагин `@tailwindcss/vite`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Инициализировать shadcn/ui (`npx shadcn@latest init`) и добавить нужные компоненты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Реализовать интерфейс согласно варианту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Сделать коммиты с понятными сообщениями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Добавить скриншоты работы в папку `assets/images`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Оформить README.md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Запушить изменения в Gogs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Предоставить ссылку на репозиторий преподавателю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npm create vite@latest . -- --template react-ts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npm install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РЕЗЮМЕ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запомнить с лекции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Tailwind CSS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Преимущества Tailwind: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Tailwind CSS v4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shadcn/ui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набор исходного кода компонентов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Основные преимущества shadcn/ui: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Ключевые компоненты, которые чаще всего используются: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Создание проекта и установка Tailwind CSS v4: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Подключение плагина Tailwind в `vite.config.ts`: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Импорт Tailwind в `src/index.css`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Tailwind CSS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Преимущества Tailwind: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Tailwind CSS v4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shadcn/ui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набор исходного кода компонентов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Основные преимущества shadcn/ui: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компоненты, которые чаще всего используются: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КОНТРОЛЬНЫЕ ВОПРОСЫ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Для самопроверки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Нет контрольных вопросов в источнике.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Ответить на все вопросы — критерий завершения лекции.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МАТЕРИАЛЫ ПРЕЗЕНТАЦИИ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Исходники и 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Полный код примера — в репозитории раздела React.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Материалы презентации — ссылки и код для самостоятельного изучения.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