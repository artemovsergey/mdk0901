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4E8"/>
                </a:solidFill>
                <a:latin typeface="Segoe UI"/>
              </a:rPr>
              <a:t>ИП 242 / ИП 245 / ИП 246 · Раздел 5. React · 2 академических часа (90 мин)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9FC5E6"/>
                </a:solidFill>
                <a:latin typeface="Segoe UI"/>
              </a:rPr>
              <a:t>Лекция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Создание PWA на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4F0"/>
                </a:solidFill>
                <a:latin typeface="Segoe UI"/>
              </a:rPr>
              <a:t>Каждый слайд содержит выделенный блок “ЧТО ЗАКОНСПЕКТИРОВАТЬ” — определения и ключевые термины, которые студенты записывают в конспект.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ЦЕЛЬ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Научиться превращать React-приложение на Vite в Progressive Web App: настраивать web app m…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Segoe UI"/>
              </a:rPr>
              <a:t>Научиться превращать React-приложение на Vite в Progressive Web App: настраивать web app manifest и service worker с помощью `vite-plugin-pwa`, обеспечивать офлайн-режим, устанавливать приложение на устройство и проверять результат в DevTools.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Научиться превращать React-приложение на Vite в Progressive Web App: настраивать web app manifest и service worker с помощью `vite-plugin-pwa`, обеспечивать офлайн-режим, устанавливать приложение на устройство и проверять результат в DevTools.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Кому предназначена лекция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Segoe UI"/>
              </a:rPr>
              <a:t>Студенты, прошедшие предыдущие лекции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Требования: пройдены предыдущие лекции раздела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 чём пойдёт речь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1. Теоретическая часть: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2. Ход работы: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3. Практический пример: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4. Вариант 1: PWA Трекер привычек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5. Вариант 2: PWA Заметки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6. Вариант 3: PWA Финансовый трекер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7. Вариант 4: PWA Планировщик задач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8. Вариант 5: PWA Кулинарная книга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9. Вариант 6: PWA Фитнес-трекер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10. Вариант 7: PWA Медиа-плеер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11. Вариант 8: PWA Чат-приложение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12. Вариант 9: PWA Электронный журнал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13. Вариант 10: PWA Система бронирования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14. Вариант 11: PWA Карточки для изучения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15. Вариант 12: PWA Погодное приложение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16. Вариант 13: PWA Новостной агрегатор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17. Вариант 14: PWA Электронная библиотека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18. Вариант 15: PWA Система опросов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19. 5 (Отлично):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20. 4 (Хорошо):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21. 3 (Удовлетворительно):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22. 2 (Неудовлетворительно):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План лекции — последовательность тем, которые разбираются на паре (90 мин).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Теоретическая часть: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Теоретическая часть: — ключевая тема раздела.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PWA (Progressive Web App)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веб-приложение, которое использует современные возможности браузера, чтобы дать пользователю опыт, близкий к нативному приложению. PWA может работать без интернета, устанавливаться на домашний экран и обновляться автоматически.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Ключевые характеристики PWA: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PWA (Progressive Web App)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характеристики PWA: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Надёжность** — приложение открывается и работает при отсутствии сети;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Скорость** — статика кэшируется и загружается мгновенно;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Устанавливаемость** — добавляется на устройство как обычное приложение;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Вовлечённость** — полноэкранный режим, push-уведомления.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Основные компоненты PWA: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Основные компоненты PWA: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Web App Manifest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JSON-файл с метаданными: название, иконки, цвета, режим отображения. Именно он делает приложение устанавливаемым.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Service Worker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фоновый скрипт между приложением и сетью. Перехватывает запросы и отдаёт их из кэша, когда сети нет.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HTTPS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обязательное условие (кроме `localhost`): service worker имеет доступ к сетевым запросам, поэтому требует защищённого соединения.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Адаптивный дизайн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интерфейс должен корректно работать на любом экране.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Web App Manifest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Service Worker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HTTPS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Адаптивный дизайн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`vite-plugin-pwa`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плагин, который автоматически генерирует manifest и service worker для production-сборки Vite. По умолчанию используется стратегия Workbox `generateSW`: плагин собирает service worker, кэширующий всю статику проекта.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Плагин умеет: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`vite-plugin-pwa`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генерировать `manifest.webmanifest` из настроек в `vite.config.ts`;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кэшировать статические ресурсы (precache);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настраивать правила кэширования внешних запросов (`runtimeCaching`);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обновлять приложение при выходе новой версии (`registerType`);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регистрировать service worker автоматически или через виртуальный модуль `virtual:pwa-register`.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Ограничения и подводные камни: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Ограничения и подводные камни: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Теоретическая часть: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service worker регистрируется только в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production-сборке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(`npm run build` + `npm run preview`), в dev-режиме его нужно включать отдельно (`devOptions.enabled: true`);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PWA требует HTTPS (кроме `localhost`), иначе браузер откажется регистрировать service worker;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кэш может «залипнуть»: после обновления версии иногда помогает жёсткая перезагрузка (Ctrl+Shift+R) или очистка Storage в DevTools;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не стоит кэшировать POST/PUT/DELETE-запросы и персональные данные — это приведёт к устаревшим ответам и проблемам безопасности;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обновление вступает в силу при следующей загрузке приложения (при `registerType: 'autoUpdate'`);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iOS Safari установка и офлайн-режим имеют особенности — проверяйте на реальных устройствах.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production-сборке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Ход работы: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Ход работы: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Ход работы: — ключевая тема раздела.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Ход работы: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Создать React-проект (Vite + TypeScript)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Установить `vite-plugin-pwa` и настроить плагин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Задать manifest: имя, короткое имя, цвета, иконки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Подготовить иконки 192×192 и 512×512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Реализовать приложение с локальным хранением данных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Собрать проект (`npm run build`) и проверить через `npm run preview`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Проверить Manifest и Service Worker в DevTools, протестировать офлайн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Оформить README.md с описанием работы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Практический пример: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Практический пример: — ключевая тема раздела.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Трекер привычек с офлайн-режимом.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Данные хранятся в `localStorage` через Zustand `persist`, поэтому приложение работает без сети.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Трекер привычек с офлайн-режимом.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Установка плагина: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Установка плагина: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Настройка `vite.config.ts`: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Настройка `vite.config.ts`: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create vite@latest habit-tracker-pwa -- --template react-ts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cd habit-tracker-pwa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 -D vite-plugin-pwa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 zustand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defineConfig } from 'vite'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react from '@vitejs/plugin-react'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VitePWA } from 'vite-plugin-pwa'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default defineConfig({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plugins: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react(),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VitePWA({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// Новая версия активируется автоматически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registerType: 'autoUpdate',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// Файлы из public, которые нужно добавить в precache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includeAssets: ['favicon.ico', 'apple-touch-icon.png'],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manifest: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name: 'Трекер привычек',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short_name: 'HabitTracker',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description: 'Приложение для отслеживания ежедневных привычек',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theme_color: '#667eea',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background_color: '#ffffff',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display: 'standalone',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scope: '/',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start_url: '/',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lang: 'ru-RU',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icons: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src: 'pwa-192x192.png',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sizes: '192x192',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type: 'image/png',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src: 'pwa-512x512.png',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sizes: '512x512',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type: 'image/png',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src: 'pwa-512x512.png',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sizes: '512x512',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type: 'image/png',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purpose: 'any maskable',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workbox: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// Что кэшировать в первую очередь (precache)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globPatterns: ['**/*.{js,css,html,ico,png,svg,woff2}'],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// Правила для внешних ресурсов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runtimeCaching: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urlPattern: /^https:\/\/fonts\.googleapis\.com\/.*/i,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handler: 'CacheFirst',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options: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cacheName: 'google-fonts-cache',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expiration: { maxEntries: 10, maxAgeSeconds: 60 * 60 * 24 * 365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cacheableResponse: { statuses: [0, 200]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urlPattern: /\/api\/.*/i,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handler: 'NetworkFirst',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options: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cacheName: 'api-cache',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networkTimeoutSeconds: 5,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expiration: { maxEntries: 50, maxAgeSeconds: 60 * 60 * 24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// Включает service worker в dev-режиме для отладки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devOptions: { enabled: true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Иконки.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Положите в папку `public/` два PNG-файла: `pwa-192x192.png` и `pwa-512x512.png`. Их можно сгенерировать на сайте `realfavicongenerator.net` или нарисовать в редакторе. Для «маскируемой» иконки (`maskable`) оставляйте важный элемент в центральной части — края могут обрезаться на разных платформах.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Типы для виртуального модуля.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Добавьте в `tsconfig.app.json` типы плагина: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Иконки.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Типы для виртуального модуля.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Регистрация service worker в `src/main.tsx`: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Регистрация service worker в `src/main.tsx`: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"compilerOptions":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...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"types": ["vite/client", "vite-plugin-pwa/client"]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Хранилище привычек на Zustand с `persist`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(данные переживают офлайн и перезагрузку):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Хранилище привычек на Zustand с `persist`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StrictMode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createRoot } from 'react-dom/client'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registerSW } from 'virtual:pwa-register'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App from './App'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'./index.css'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Регистрируем service worker. При autoUpdate новая версия применяется сама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registerSW({ immediate: true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createRoot(document.getElementById('root')!).render(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&lt;StrictMode&gt;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&lt;App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&lt;/StrictMode&gt;,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src/store/habitsStore.ts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create } from 'zustand'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persist } from 'zustand/middleware'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type Frequency = 'daily' | 'weekly' | 'monthly'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interface Habit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description: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icon: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color: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frequency: Frequency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completedDates: string[] // даты в формате YYYY-MM-DD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createdAt: string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HabitsState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habits: Habit[]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addHabit: (input: Omit&lt;Habit, 'id' | 'createdAt' | 'completedDates'&gt;)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removeHabit: (id: string)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toggleToday: (id: string) =&gt; void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todayKey = () =&gt; new Date().toISOString().slice(0, 10)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useHabitsStore = create&lt;HabitsState&gt;()(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persist(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(set) =&gt; 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habits: [],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addHabit: (input)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set((state) =&gt; 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habits: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...state.habits,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...input,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id: crypto.randomUUID(),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createdAt: new Date().toISOString(),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completedDates: [],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})),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removeHabit: (id)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set((state) =&gt; 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habits: state.habits.filter((habit) =&gt; habit.id !== id),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})),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toggleToday: (id) =&gt;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set((state)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const today = todayKey()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return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habits: state.habits.map((habit)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if (habit.id !== id) return habit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const isDone = habit.completedDates.includes(today)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return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...habit,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completedDates: isDone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? habit.completedDates.filter((date) =&gt; date !== today)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: [...habit.completedDates, today],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{ name: 'habits-storage'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Селектор: процент выполнения за сегодня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completionRate(habits: Habit[]): number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(habits.length === 0) return 0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today = todayKey()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done = habits.filter((habit) =&gt; habit.completedDates.includes(today)).length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Math.round((done / habits.length) * 100)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Селектор: серия дней подряд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currentStreak(habits: Habit[]): number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(habits.length === 0) return 0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let streak = 0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for (let i = 0; i &lt; 30; i++)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date = new Date()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date.setDate(date.getDate() - i)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key = date.toISOString().slice(0, 10)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anyDone = habits.some((habit) =&gt; habit.completedDates.includes(key))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(!anyDone) break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streak++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streak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Хук отслеживания статуса сети: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Хук отслеживания статуса сети: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Основной компонент: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Основной компонент: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src/hooks/useOnlineStatus.ts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useState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useOnlineStatus(): boolean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[isOnline, setIsOnline] = useState(() =&gt; navigator.onLine)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goOnline = () =&gt; setIsOnline(true)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goOffline = () =&gt; setIsOnline(false)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window.addEventListener('online', goOnline)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window.addEventListener('offline', goOffline)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window.removeEventListener('online', goOnline)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window.removeEventListener('offline', goOffline)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isOnline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src/components/HabitTracker.tsx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type { FormEvent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completionRate,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currentStreak,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todayKey,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useHabitsStore,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 from '../store/habitsStore'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useOnlineStatus } from '../hooks/useOnlineStatus'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ICONS = ['💪', '📚', '💧', '🧘', '🎯', '🌱']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HabitTracker()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habits = useHabitsStore((state) =&gt; state.habits)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addHabit = useHabitsStore((state) =&gt; state.addHabit)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removeHabit = useHabitsStore((state) =&gt; state.removeHabit)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toggleToday = useHabitsStore((state) =&gt; state.toggleToday)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isOnline = useOnlineStatus()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today = todayKey()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[title, setTitle] = useState('')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[icon, setIcon] = useState(ICONS[0])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handleAdd = (event: FormEvent&lt;HTMLFormElement&gt;)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event.preventDefault()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(!title.trim()) return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addHabit({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title: title.trim(),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description: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icon,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color: '#667eea',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frequency: 'daily',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setTitle('')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&lt;div className="mx-auto max-w-2xl px-4 py-8"&gt;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&lt;header className="mb-6"&gt;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className="flex items-center justify-between"&gt;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&lt;h1 className="text-2xl font-semibold"&gt;🎯 Трекер привычек&lt;/h1&gt;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&lt;span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className={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isOnline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? 'rounded-full bg-green-100 px-3 py-1 text-sm text-green-700'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: 'rounded-full bg-red-100 px-3 py-1 text-sm text-red-700'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{isOnline ? 'Онлайн' : 'Офлайн'}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{!isOnline ?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 role="status" className="mt-3 rounded-md bg-amber-100 px-4 py-2 text-sm text-amber-800"&gt;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Вы в офлайн-режиме. Изменения сохранены локально и не потеряются.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) : null}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&lt;/header&gt;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&lt;section className="mb-6 grid grid-cols-3 gap-3"&gt;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className="rounded-lg bg-indigo-600 p-4 text-center text-white"&gt;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className="text-2xl font-bold"&gt;{habits.length}&lt;/div&gt;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className="text-sm opacity-90"&gt;Всего привычек&lt;/div&gt;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className="rounded-lg bg-indigo-600 p-4 text-center text-white"&gt;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className="text-2xl font-bold"&gt;{completionRate(habits)}%&lt;/div&gt;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className="text-sm opacity-90"&gt;Сегодня выполнено&lt;/div&gt;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className="rounded-lg bg-indigo-600 p-4 text-center text-white"&gt;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className="text-2xl font-bold"&gt;{currentStreak(habits)}&lt;/div&gt;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className="text-sm opacity-90"&gt;Дней подряд&lt;/div&gt;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&lt;form onSubmit={handleAdd} className="mb-6 flex flex-col gap-3 sm:flex-row"&gt;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htmlFor="habit-title" className="sr-only"&gt;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Название привычки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id="habit-title"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value={title}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onChange={(e) =&gt; setTitle(e.target.value)}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placeholder="Новая привычка…"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className="flex-1 rounded-lg border border-slate-300 px-4 py-2 outline-none focus-visible:ring-2 focus-visible:ring-indigo-500"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htmlFor="habit-icon" className="sr-only"&gt;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Иконка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&lt;select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id="habit-icon"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value={icon}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onChange={(e) =&gt; setIcon(e.target.value)}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className="rounded-lg border border-slate-300 px-3 py-2"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{ICONS.map((value)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&lt;option key={value} value={value}&gt;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{value}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&lt;/option&gt;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&lt;/select&gt;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&lt;button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type="submit"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disabled={!title.trim()}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className="rounded-lg bg-indigo-600 px-5 py-2 font-medium text-white disabled:bg-slate-300"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Добавить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{habits.length === 0 ?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className="rounded-lg bg-white p-10 text-center text-slate-500 shadow"&gt;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 className="mb-2 text-4xl"&gt;📝&lt;/div&gt;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&lt;p&gt;Нет привычек. Добавьте первую, чтобы начать отслеживать прогресс.&lt;/p&gt;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 : (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&lt;ul className="space-y-3"&gt;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{habits.map((habit)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const isDone = habit.completedDates.includes(today)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&lt;li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key={habit.id}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className={`flex items-center gap-4 rounded-lg border-l-4 bg-white p-4 shadow ${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isDone ? 'border-green-500 opacity-70' : 'border-indigo-500'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}`}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&lt;span className="text-2xl"&gt;{habit.icon}&lt;/span&gt;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&lt;div className="flex-1"&gt;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&lt;h3 className={`font-medium ${isDone ? 'text-slate-400 line-through' : ''}`}&gt;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{habit.title}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&lt;p className="text-sm text-slate-500"&gt;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Выполнено дней: {habit.completedDates.length}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&lt;button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onClick={() =&gt; toggleToday(habit.id)}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aria-pressed={isDone}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aria-label={isDone ? 'Отметить как невыполненную' : 'Отметить как выполненную'}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className={`size-11 rounded-full border text-lg ${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isDone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? 'border-green-500 bg-green-500 text-white'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    : 'border-slate-300 bg-white'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}`}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{isDone ? '✓' : '○'}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&lt;button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onClick={() =&gt; removeHabit(habit.id)}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aria-label={`Удалить привычку ${habit.title}`}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className="size-11 rounded-md text-lg hover:bg-red-50"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  🗑️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Классы `size-11` задают квадрат 44×44px — удобный размер цели нажатия на сенсорных экранах.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Кнопка установки приложения.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Браузер сообщает о готовности установки событием `beforeinstallprompt`: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Кнопка установки приложения.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src/components/InstallButton.tsx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useEffect, useState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BeforeInstallPromptEvent extends Event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prompt: () =&gt; Promise&lt;void&gt;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userChoice: Promise&lt;{ outcome: 'accepted' | 'dismissed' 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InstallButton()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[deferredPrompt, setDeferredPrompt] =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useState&lt;BeforeInstallPromptEvent | null&gt;(null)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useEffect(()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handler = (event: Event)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event.preventDefault()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setDeferredPrompt(event as BeforeInstallPromptEvent)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window.addEventListener('beforeinstallprompt', handler)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return () =&gt; window.removeEventListener('beforeinstallprompt', handler)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 [])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(!deferredPrompt) return null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handleInstall = async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await deferredPrompt.prompt()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await deferredPrompt.userChoice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setDeferredPrompt(null)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&lt;button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onClick={handleInstall}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className="rounded-lg border border-indigo-600 px-4 py-2 text-indigo-600"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Установить приложение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Проверка PWA.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Service worker работает только в собранном приложении: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Проверка PWA.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Откройте `http://localhost:4173` и проверьте в DevTools: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run build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run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Application → Manifest** — имя, короткое имя, цвета и иконки 192/512 видны без ошибок;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Application → Service Workers** — статус `activated and is running`;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Application → Cache Storage** — появились кэши статики (и `api-cache` при запросах);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поставьте галочку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Offline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на вкладке Service Workers и перезагрузите страницу — приложение должно открыться и показать сохранённые привычки;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адресной строке Chrome появится значок установки — приложение можно добавить на устройство.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Практический пример: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Если после сборки изменения не видны, очистите кэш: DevTools → Application → Storage → Clear site data, затем перезагрузите страницу.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1: PWA Трекер привычек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1: PWA Трекер привычек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1: PWA Трекер привычек — ключевая тема раздела.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1: PWA Трекер привычек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трекер привычек с офлайн-режимом и сохранением прогресса.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2: PWA Заметки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2: PWA Заметки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2: PWA Заметки — ключевая тема раздела.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2: PWA Заметки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приложение для заметок с офлайн-доступом и поиском.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3: PWA Финансовый трекер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3: PWA Финансовый трекер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3: PWA Финансовый трекер — ключевая тема раздела.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3: PWA Финансовый трекер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Разработайте трекер расходов с офлайн-работой и аналитикой.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4: PWA Планировщик задач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4: PWA Планировщик задач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4: PWA Планировщик задач — ключевая тема раздела.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4: PWA Планировщик задач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планировщик задач с офлайн-режимом и фильтрами.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5: PWA Кулинарная книга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5: PWA Кулинарная книга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5: PWA Кулинарная книга — ключевая тема раздела.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5: PWA Кулинарная книга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Разработайте кулинарную книгу с офлайн-доступом к рецептам.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6: PWA Фитнес-трекер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6: PWA Фитнес-трекер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6: PWA Фитнес-трекер — ключевая тема раздела.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6: PWA Фитнес-трекер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трекер тренировок с офлайн-режимом и статистикой.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7: PWA Медиа-плеер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7: PWA Медиа-плеер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7: PWA Медиа-плеер — ключевая тема раздела.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7: PWA Медиа-плеер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Разработайте медиа-плеер с кэшированием контента.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8: PWA Чат-приложение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8: PWA Чат-приложение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8: PWA Чат-приложение — ключевая тема раздела.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8: PWA Чат-приложение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чат с офлайн-сообщениями и синхронизацией при восстановлении сети.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9: PWA Электронный журнал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9: PWA Электронный журнал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9: PWA Электронный журнал — ключевая тема раздела.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9: PWA Электронный журнал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Разработайте журнал оценок с офлайн-работой.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10: PWA Система бронирования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10: PWA Система бронирования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10: PWA Система бронирования — ключевая тема раздела.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10: PWA Система бронирования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систему бронирования с офлайн-формой.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11: PWA Карточки для изучения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11: PWA Карточки для изучения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11: PWA Карточки для изучения — ключевая тема раздела.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11: PWA Карточки для изучения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Разработайте приложение для изучения с офлайн-контентом.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12: PWA Погодное 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12: PWA Погодное приложение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12: PWA Погодное приложение — ключевая тема раздела.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12: PWA Погодное 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погодное приложение с кэшированием последних данных.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13: PWA Новостной агрегатор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13: PWA Новостной агрегатор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13: PWA Новостной агрегатор — ключевая тема раздела.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13: PWA Новостной агрегатор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Разработайте агрегатор новостей с офлайн-чтением.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14: PWA Электронная библиотека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14: PWA Электронная библиотека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14: PWA Электронная библиотека — ключевая тема раздела.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14: PWA Электронная библиотека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Создайте библиотеку с офлайн-доступом к книгам.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15: PWA Система 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Вариант 15: PWA Система опросов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Вариант 15: PWA Система опросов — ключевая тема раздела.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Вариант 15: PWA Система 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Разработайте систему опросов с офлайн-голосованием.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5 (Отлично):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5 (Отлично):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5 (Отлично): — ключевая тема раздела.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5 (Отлично):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Приложение собирается и работает в офлайн-режиме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Manifest корректен: имя, цвета, иконки 192 и 512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Service worker зарегистрирован и кэширует статику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Приложение устанавливается на устройство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Данные сохраняются между перезагрузками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Аккуратный адаптивный интерфейс и понятные состояния (онлайн/офлайн)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Полное описание в README.md со скриншотами DevTools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4 (Хорошо):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4 (Хорошо):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4 (Хорошо): — ключевая тема раздела.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4 (Хорошо):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Основная PWA-функциональность работает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Офлайн-режим доступен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Manifest и иконки настроены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Приложение устанавливается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README.md содержит основную информацию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3 (Удовлетворительно):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3 (Удовлетворительно):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3 (Удовлетворительно): — ключевая тема раздела.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3 (Удовлетворительно):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Частичная PWA-функциональность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Ограниченный офлайн-режим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Проблемы с установкой или иконками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README.md оформлен неполностью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2 (Неудовлетворительно):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2 (Неудовлетворительно): — ключевая тема раздела.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PWA-функциональность не работает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Нет офлайн-режима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Приложение не устанавливается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- README.md отсутствует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PWA и чем она отличается от обычного веб-приложения?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Из каких трёх основных частей состоит PWA?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Service Worker и какие задачи он решает?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описывает Web App Manifest? Какие поля обязательны для установки?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для PWA обязателен HTTPS? Какое исключение допускает браузер?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установить `vite-plugin-pwa` и подключить его в `vite.config.ts`?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делает опция `registerType: 'autoUpdate'`?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Какие иконки нужны для manifest и зачем нужна `purpose: 'maskable'`?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precache и зачем нужен `globPatterns`?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настроить `runtimeCaching` и чем стратегии `CacheFirst` и `NetworkFirst` отличаются?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зарегистрировать service worker через `virtual:pwa-register`?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Почему нельзя проверять service worker через `npm run dev`? Что нужно сделать?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проверить Manifest и Service Worker в DevTools браузера?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протестировать работу приложения в офлайн-режиме?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Какие данные опасно кэшировать и почему?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делать, если после обновления приложение показывает старую версию?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Почему для PWA обязателен HTTPS?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Какие иконки нужны для manifest и зачем нужна `purpose: 'maskable'`?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такое precache и зачем нужен `globPatterns`?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practical-work-pwa/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assets/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images/                     # Скриншоты для README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public/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favicon.ico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apple-touch-icon.png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pwa-192x192.png             # Иконка 192×192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pwa-512x512.png             # Иконка 512×512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src/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components/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├── HabitTracker.tsx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└── InstallButton.tsx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hooks/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└── useOnlineStatus.ts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store/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└── habitsStore.ts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App.tsx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index.css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main.tsx                    # registerSW + рендер приложения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.gitignore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index.html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package.json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tsconfig.json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tsconfig.app.json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tsconfig.node.json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└── vite.config.ts                  # VitePWA(...)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 Практическая работа. Создание PWA на Vite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 Вариант 1: Трекер привычек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Функциональность: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Отслеживание ежедневных привычек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Офлайн-режим: данные сохраняются в localStorage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Индикатор статуса сети (онлайн/офлайн)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Установка приложения на устройство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Автообновление через service worker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PWA-характеристики: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Manifest с иконками 192×192 и 512×512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Service worker зарегистрирован и активен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Статика кэшируется (precache)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Приложение открывается без сети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Использованные технологии: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Vite 8, React 19, TypeScript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vite-plugin-pwa (Workbox)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Zustand с middleware `persist`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Скриншоты: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![Основной интерфейс](./assets/images/main.png)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![Офлайн-режим](./assets/images/offline.png)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![Service Worker в DevTools](./assets/images/service-worker.png)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Запуск: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npm install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npm run 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npm run build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npm run preview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Приложение доступно по адресу: `http://localhost:5173`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### Проверка PWA (production-сборка):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Создать репозиторий на Gogs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Клонировать репозиторий локально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Создать React-проект в папке репозитория: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Приложение доступно по адресу: `http://localhost:4173`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Проверка в DevTools → Application: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Manifest — без ошибок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Service Workers — `activated and is running`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- Офлайн-режим — галочка Offline, перезагрузка проходит успешно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Установить `vite-plugin-pwa` и настроить `VitePWA` в `vite.config.ts`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Подготовить иконки 192×192 и 512×512 в папке `public/`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Реализовать приложение согласно варианту с сохранением данных локально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Сделать коммиты с понятными сообщениями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Добавить скриншоты работы (интерфейс, офлайн-режим, DevTools → Application) в папку `assets/images`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Оформить README.md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Запушить изменения в Gogs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Предоставить ссылку на репозиторий преподавателю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2 (Неудовлетворительно):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npm create vite@latest . -- --template react-ts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npm install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запомнить с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PWA (Progressive Web App)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Ключевые характеристики PWA: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Основные компоненты PWA: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Web App Manifest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Service Worker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HTTPS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Адаптивный дизайн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`vite-plugin-pwa`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Ограничения и подводные камни: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production-сборке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PWA (Progressive Web App)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характеристики PWA: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Основные компоненты PWA: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Web App Manifest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Service Worker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HTTPS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Адаптивный дизайн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КОНТРОЛЬНЫЕ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Нет контрольных вопросов в источнике.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Ответить на все вопросы — критерий завершения лекции.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МАТЕРИАЛЫ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Исходники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Полный код примера — в репозитории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Материалы презентации — ссылки и код для самостоятельного изучения.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